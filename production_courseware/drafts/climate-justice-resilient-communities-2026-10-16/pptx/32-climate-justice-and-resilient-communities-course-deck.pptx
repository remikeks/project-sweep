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24731d01cb43c1" /><Relationship Type="http://schemas.openxmlformats.org/officeDocument/2006/relationships/extended-properties" Target="/docProps/app.xml" Id="R6b2b9aacf2de4480" /><Relationship Type="http://schemas.openxmlformats.org/officeDocument/2006/relationships/officeDocument" Target="/ppt/presentation.xml" Id="R2024d6b4d92b4c57" /></Relationships>
</file>

<file path=ppt/presentation.xml><?xml version="1.0" encoding="utf-8"?>
<p:presentation xmlns:p="http://schemas.openxmlformats.org/presentationml/2006/main">
  <p:sldMasterIdLst>
    <p:sldMasterId xmlns:r="http://schemas.openxmlformats.org/officeDocument/2006/relationships" id="2147483648" r:id="R811004e2cfef43b1"/>
  </p:sldMasterIdLst>
  <p:notesMasterIdLst>
    <p:notesMasterId xmlns:r="http://schemas.openxmlformats.org/officeDocument/2006/relationships" r:id="Rdefd08227de24b3d"/>
  </p:notesMasterIdLst>
  <p:sldIdLst>
    <p:sldId xmlns:r="http://schemas.openxmlformats.org/officeDocument/2006/relationships" id="256" r:id="R5021009c1a1c4900"/>
    <p:sldId xmlns:r="http://schemas.openxmlformats.org/officeDocument/2006/relationships" id="257" r:id="Rd0508d3d2c9f49c8"/>
    <p:sldId xmlns:r="http://schemas.openxmlformats.org/officeDocument/2006/relationships" id="258" r:id="R4cc048ed106c4258"/>
    <p:sldId xmlns:r="http://schemas.openxmlformats.org/officeDocument/2006/relationships" id="259" r:id="R5010b3af9140428e"/>
    <p:sldId xmlns:r="http://schemas.openxmlformats.org/officeDocument/2006/relationships" id="260" r:id="R78ae7c2c75684bd1"/>
    <p:sldId xmlns:r="http://schemas.openxmlformats.org/officeDocument/2006/relationships" id="261" r:id="R209fa69141a945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dd50414b6f47f9" /><Relationship Type="http://schemas.openxmlformats.org/officeDocument/2006/relationships/slideMaster" Target="/ppt/slideMasters/slideMaster1.xml" Id="R811004e2cfef43b1" /><Relationship Type="http://schemas.openxmlformats.org/officeDocument/2006/relationships/notesMaster" Target="/ppt/notesMasters/notesMaster1.xml" Id="Rdefd08227de24b3d" /><Relationship Type="http://schemas.openxmlformats.org/officeDocument/2006/relationships/presProps" Target="/ppt/presProps.xml" Id="R6e063558400d43f1" /><Relationship Type="http://schemas.openxmlformats.org/officeDocument/2006/relationships/tableStyles" Target="/ppt/tableStyles.xml" Id="Rc41d163733bf474a" /><Relationship Type="http://schemas.openxmlformats.org/officeDocument/2006/relationships/slide" Target="/ppt/slides/slide1.xml" Id="R5021009c1a1c4900" /><Relationship Type="http://schemas.openxmlformats.org/officeDocument/2006/relationships/slide" Target="/ppt/slides/slide2.xml" Id="Rd0508d3d2c9f49c8" /><Relationship Type="http://schemas.openxmlformats.org/officeDocument/2006/relationships/slide" Target="/ppt/slides/slide3.xml" Id="R4cc048ed106c4258" /><Relationship Type="http://schemas.openxmlformats.org/officeDocument/2006/relationships/slide" Target="/ppt/slides/slide4.xml" Id="R5010b3af9140428e" /><Relationship Type="http://schemas.openxmlformats.org/officeDocument/2006/relationships/slide" Target="/ppt/slides/slide5.xml" Id="R78ae7c2c75684bd1" /><Relationship Type="http://schemas.openxmlformats.org/officeDocument/2006/relationships/slide" Target="/ppt/slides/slide6.xml" Id="R209fa69141a945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f214fa5f0e49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a752e1fb5240d1" /><Relationship Type="http://schemas.openxmlformats.org/officeDocument/2006/relationships/notesMaster" Target="/ppt/notesMasters/notesMaster1.xml" Id="Ra64a01eef17044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c82f6e7f2b4513" /><Relationship Type="http://schemas.openxmlformats.org/officeDocument/2006/relationships/notesMaster" Target="/ppt/notesMasters/notesMaster1.xml" Id="R68112a0ba14246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780d5b39534b58" /><Relationship Type="http://schemas.openxmlformats.org/officeDocument/2006/relationships/notesMaster" Target="/ppt/notesMasters/notesMaster1.xml" Id="Rfb36da823c37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f3d81089d24339" /><Relationship Type="http://schemas.openxmlformats.org/officeDocument/2006/relationships/notesMaster" Target="/ppt/notesMasters/notesMaster1.xml" Id="Red68dd5177f849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2ed2d5df0f4e97" /><Relationship Type="http://schemas.openxmlformats.org/officeDocument/2006/relationships/notesMaster" Target="/ppt/notesMasters/notesMaster1.xml" Id="R729c5462266f49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08b2fce77a4242" /><Relationship Type="http://schemas.openxmlformats.org/officeDocument/2006/relationships/notesMaster" Target="/ppt/notesMasters/notesMaster1.xml" Id="Rbe16cb4d21cc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Cover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Course outcome and delivery safeguard.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1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2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3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Practice activity and assessment preparation.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7cca9f1b2045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24c20c6af544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8457d97c124f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0040ec8ce849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64b50a09b74a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2bb9b5049e47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56705B-DAC7-46A3-ACF2-29EAA15B2A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90C851-3BCA-47EB-BD27-612A78CC52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4F1D97-9910-4C8B-85EC-64F4F2F43B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45AE64-A57C-459F-AFDF-AF4F284D63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ACC3C6-0A44-449D-B093-86432DA481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C591C7-8F0B-4296-A48B-D08FEA0400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F66BB2-4C97-459A-91F3-3975FE8BD9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30D413-8597-4E50-BFA9-82117F9C89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126CF9-7446-47E1-B14C-51F8DF1550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1D0512-7603-468A-A19F-B1E4F4C75A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bc73122797451a" /><Relationship Type="http://schemas.openxmlformats.org/officeDocument/2006/relationships/slideLayout" Target="/ppt/slideLayouts/slideLayout1.xml" Id="R8b5b9e61d48040c4" /><Relationship Type="http://schemas.openxmlformats.org/officeDocument/2006/relationships/slideLayout" Target="/ppt/slideLayouts/slideLayout2.xml" Id="R1adf6b0acd024f11" /><Relationship Type="http://schemas.openxmlformats.org/officeDocument/2006/relationships/slideLayout" Target="/ppt/slideLayouts/slideLayout3.xml" Id="Rb89f93b3cb244b47" /><Relationship Type="http://schemas.openxmlformats.org/officeDocument/2006/relationships/slideLayout" Target="/ppt/slideLayouts/slideLayout4.xml" Id="R9ea5907fac1949ed" /><Relationship Type="http://schemas.openxmlformats.org/officeDocument/2006/relationships/slideLayout" Target="/ppt/slideLayouts/slideLayout5.xml" Id="Rbe64131e571a4c25" /><Relationship Type="http://schemas.openxmlformats.org/officeDocument/2006/relationships/slideLayout" Target="/ppt/slideLayouts/slideLayout6.xml" Id="Rabeecd57ca5d4f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5b9e61d48040c4"/>
    <p:sldLayoutId xmlns:r="http://schemas.openxmlformats.org/officeDocument/2006/relationships" id="2147483650" r:id="R1adf6b0acd024f11"/>
    <p:sldLayoutId xmlns:r="http://schemas.openxmlformats.org/officeDocument/2006/relationships" id="2147483651" r:id="Rb89f93b3cb244b47"/>
    <p:sldLayoutId xmlns:r="http://schemas.openxmlformats.org/officeDocument/2006/relationships" id="2147483652" r:id="R9ea5907fac1949ed"/>
    <p:sldLayoutId xmlns:r="http://schemas.openxmlformats.org/officeDocument/2006/relationships" id="2147483653" r:id="Rbe64131e571a4c25"/>
    <p:sldLayoutId xmlns:r="http://schemas.openxmlformats.org/officeDocument/2006/relationships" id="2147483654" r:id="Rabeecd57ca5d4f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0b6e9ac38d45f3" /><Relationship Type="http://schemas.openxmlformats.org/officeDocument/2006/relationships/image" Target="/ppt/media/image.png" Id="R2b98d6b1a0f74cea" /><Relationship Type="http://schemas.openxmlformats.org/officeDocument/2006/relationships/notesSlide" Target="/ppt/notesSlides/notesSlide1.xml" Id="Re5bc8521771b44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486265fa884acd" /><Relationship Type="http://schemas.openxmlformats.org/officeDocument/2006/relationships/notesSlide" Target="/ppt/notesSlides/notesSlide2.xml" Id="Rd6cc80022898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e3fa1138254eac" /><Relationship Type="http://schemas.openxmlformats.org/officeDocument/2006/relationships/notesSlide" Target="/ppt/notesSlides/notesSlide3.xml" Id="R7bf6eb6a93e04f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43a7023eae4c77" /><Relationship Type="http://schemas.openxmlformats.org/officeDocument/2006/relationships/notesSlide" Target="/ppt/notesSlides/notesSlide4.xml" Id="R8f0eda60f1864e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c236abf5b54d1e" /><Relationship Type="http://schemas.openxmlformats.org/officeDocument/2006/relationships/notesSlide" Target="/ppt/notesSlides/notesSlide5.xml" Id="R7a8d291b7f5246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f237d01e664734" /><Relationship Type="http://schemas.openxmlformats.org/officeDocument/2006/relationships/notesSlide" Target="/ppt/notesSlides/notesSlide6.xml" Id="Rbabc4af21fd944a9"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1C1E4D1-38C4-4140-846E-923363B0E79B}"/>
              </a:ext>
            </a:extLst>
          </p:cNvPr>
          <p:cNvPicPr>
            <a:picLocks xmlns:a="http://schemas.openxmlformats.org/drawingml/2006/main" noChangeAspect="1"/>
          </p:cNvPicPr>
          <p:nvPr/>
        </p:nvPicPr>
        <p:blipFill>
          <a:blip xmlns:r="http://schemas.openxmlformats.org/officeDocument/2006/relationships" xmlns:a="http://schemas.openxmlformats.org/drawingml/2006/main" r:embed="R2b98d6b1a0f74c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516C99-3D41-4AE7-8C54-291AA0C4B005}"/>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Climate Justice &amp; Resilient Communities</a:t>
            </a:r>
          </a:p>
        </p:txBody>
      </p:sp>
      <p:sp>
        <p:nvSpPr>
          <p:cNvPr id="3" name="">
            <a:extLst xmlns:a="http://schemas.openxmlformats.org/drawingml/2006/main">
              <a:ext uri="{FF2B5EF4-FFF2-40B4-BE49-F238E27FC236}">
                <a16:creationId xmlns:a16="http://schemas.microsoft.com/office/drawing/2014/main" id="{277A1A36-0E27-4F8C-BD97-DD5E767C4556}"/>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FFFFFF"/>
                </a:solidFill>
                <a:latin typeface="Arial"/>
                <a:ea typeface="Arial"/>
                <a:cs typeface="Arial"/>
              </a:defRPr>
            </a:defPPr>
          </a:lstStyle>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Disaster Response &amp; Crisis Intervention</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SWP-032</a:t>
            </a:r>
          </a:p>
        </p:txBody>
      </p:sp>
      <p:sp>
        <p:nvSpPr>
          <p:cNvPr id="4" name="">
            <a:extLst xmlns:a="http://schemas.openxmlformats.org/drawingml/2006/main">
              <a:ext uri="{FF2B5EF4-FFF2-40B4-BE49-F238E27FC236}">
                <a16:creationId xmlns:a16="http://schemas.microsoft.com/office/drawing/2014/main" id="{EA37AAEA-9493-4A5D-80E0-1583624ACEBD}"/>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46475566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96D104-2117-4B33-B598-4540C83C4210}"/>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defPPr>
              <a:defRPr sz="2850" b="1">
                <a:solidFill>
                  <a:srgbClr val="0B2C7A"/>
                </a:solidFill>
                <a:latin typeface="Arial"/>
                <a:ea typeface="Arial"/>
                <a:cs typeface="Arial"/>
              </a:defRPr>
            </a:defPPr>
          </a:lstStyle>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9716471D-FB08-435A-A31D-4E212A67499B}"/>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36"/>
          </a:bodyPr>
          <a:lstStyle xmlns:a="http://schemas.openxmlformats.org/drawingml/2006/main">
            <a:defPPr>
              <a:defRPr sz="2400" b="1">
                <a:solidFill>
                  <a:srgbClr val="17223B"/>
                </a:solidFill>
                <a:latin typeface="Arial"/>
                <a:ea typeface="Arial"/>
                <a:cs typeface="Arial"/>
              </a:defRPr>
            </a:defPPr>
          </a:lstStyle>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Use a rights-based, community-led approach to identify climate-related social inequities, strengthen adaptive capacity, and support accountable climate action within a professional role.</a:t>
            </a:r>
          </a:p>
        </p:txBody>
      </p:sp>
      <p:sp>
        <p:nvSpPr>
          <p:cNvPr id="3" name="">
            <a:extLst xmlns:a="http://schemas.openxmlformats.org/drawingml/2006/main">
              <a:ext uri="{FF2B5EF4-FFF2-40B4-BE49-F238E27FC236}">
                <a16:creationId xmlns:a16="http://schemas.microsoft.com/office/drawing/2014/main" id="{B8B00DB4-5869-4764-B600-67F72A315822}"/>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0B8EA393-E1F8-4F89-909A-19EAA7268DB3}"/>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a:solidFill>
                  <a:srgbClr val="17223B"/>
                </a:solidFill>
                <a:latin typeface="Arial"/>
                <a:ea typeface="Arial"/>
                <a:cs typeface="Arial"/>
              </a:defRPr>
            </a:defPPr>
          </a:lstStyle>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994D29C3-E097-4655-B325-2B814B06C9D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SWP-032   SWEEP Academy</a:t>
            </a:r>
          </a:p>
        </p:txBody>
      </p:sp>
      <p:sp>
        <p:nvSpPr>
          <p:cNvPr id="6" name="">
            <a:extLst xmlns:a="http://schemas.openxmlformats.org/drawingml/2006/main">
              <a:ext uri="{FF2B5EF4-FFF2-40B4-BE49-F238E27FC236}">
                <a16:creationId xmlns:a16="http://schemas.microsoft.com/office/drawing/2014/main" id="{639DCF6F-5D6B-4D42-ABD7-569BABC9A220}"/>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9776483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A42602-AA02-40CE-ACF2-C746ACBD677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B09FC940-E295-4C41-ADB8-4AEF55E54B65}"/>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Climate risk, inequity, and rights</a:t>
            </a:r>
          </a:p>
        </p:txBody>
      </p:sp>
      <p:sp>
        <p:nvSpPr>
          <p:cNvPr id="3" name="">
            <a:extLst xmlns:a="http://schemas.openxmlformats.org/drawingml/2006/main">
              <a:ext uri="{FF2B5EF4-FFF2-40B4-BE49-F238E27FC236}">
                <a16:creationId xmlns:a16="http://schemas.microsoft.com/office/drawing/2014/main" id="{2C8B2C13-F23D-4EAD-840A-F065A3AE266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unequal exposure, vulnerability, livelihoods, displacement, health, disability inclusion, gender, participation, and human dignity</a:t>
            </a:r>
          </a:p>
        </p:txBody>
      </p:sp>
      <p:sp>
        <p:nvSpPr>
          <p:cNvPr id="4" name="">
            <a:extLst xmlns:a="http://schemas.openxmlformats.org/drawingml/2006/main">
              <a:ext uri="{FF2B5EF4-FFF2-40B4-BE49-F238E27FC236}">
                <a16:creationId xmlns:a16="http://schemas.microsoft.com/office/drawing/2014/main" id="{4614AE70-258C-4068-AE08-AF88172AD52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unequal exposure, vulnerability, livelihoods, displacement, health, disability inclusion, gender, participation, and human dignity.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B4C2D46-B1DD-4002-87B9-0D9CD30D650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B928BD5-CF78-4341-84BC-737C043542C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SWP-032   SWEEP Academy</a:t>
            </a:r>
          </a:p>
        </p:txBody>
      </p:sp>
      <p:sp>
        <p:nvSpPr>
          <p:cNvPr id="7" name="">
            <a:extLst xmlns:a="http://schemas.openxmlformats.org/drawingml/2006/main">
              <a:ext uri="{FF2B5EF4-FFF2-40B4-BE49-F238E27FC236}">
                <a16:creationId xmlns:a16="http://schemas.microsoft.com/office/drawing/2014/main" id="{992F37CD-38CA-43EC-9F73-4838B8788F2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414397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3A8046-0A4C-4028-A680-3F5DA937DE3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189FB1BF-3E5D-46DF-8731-79E56884DA2D}"/>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Community-led adaptation and resilient services</a:t>
            </a:r>
          </a:p>
        </p:txBody>
      </p:sp>
      <p:sp>
        <p:nvSpPr>
          <p:cNvPr id="3" name="">
            <a:extLst xmlns:a="http://schemas.openxmlformats.org/drawingml/2006/main">
              <a:ext uri="{FF2B5EF4-FFF2-40B4-BE49-F238E27FC236}">
                <a16:creationId xmlns:a16="http://schemas.microsoft.com/office/drawing/2014/main" id="{591F79A6-4786-4D82-ADEB-17CFFC80AC3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local knowledge, accessible planning, social protection, livelihoods, community assets, inclusion, and adaptation partnerships</a:t>
            </a:r>
          </a:p>
        </p:txBody>
      </p:sp>
      <p:sp>
        <p:nvSpPr>
          <p:cNvPr id="4" name="">
            <a:extLst xmlns:a="http://schemas.openxmlformats.org/drawingml/2006/main">
              <a:ext uri="{FF2B5EF4-FFF2-40B4-BE49-F238E27FC236}">
                <a16:creationId xmlns:a16="http://schemas.microsoft.com/office/drawing/2014/main" id="{0E2B916B-70D0-4231-9AAC-A7D3FCBFD9B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local knowledge, accessible planning, social protection, livelihoods, community assets, inclusion, and adaptation partnerships.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797F037-0966-4AAB-9866-CD2B49088FE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7F62EE4-7F0F-4622-9408-C53CB8B8130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SWP-032   SWEEP Academy</a:t>
            </a:r>
          </a:p>
        </p:txBody>
      </p:sp>
      <p:sp>
        <p:nvSpPr>
          <p:cNvPr id="7" name="">
            <a:extLst xmlns:a="http://schemas.openxmlformats.org/drawingml/2006/main">
              <a:ext uri="{FF2B5EF4-FFF2-40B4-BE49-F238E27FC236}">
                <a16:creationId xmlns:a16="http://schemas.microsoft.com/office/drawing/2014/main" id="{DC98C7A4-C838-4704-9BAC-107D61198D4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810969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41986A-02D7-4862-B966-1E9D833CAEA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6226AC93-0B16-43C8-9B52-74B8C711FC6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Just transition, advocacy, and accountability</a:t>
            </a:r>
          </a:p>
        </p:txBody>
      </p:sp>
      <p:sp>
        <p:nvSpPr>
          <p:cNvPr id="3" name="">
            <a:extLst xmlns:a="http://schemas.openxmlformats.org/drawingml/2006/main">
              <a:ext uri="{FF2B5EF4-FFF2-40B4-BE49-F238E27FC236}">
                <a16:creationId xmlns:a16="http://schemas.microsoft.com/office/drawing/2014/main" id="{6E2FF012-6411-4F15-8E82-2FF8DE16566C}"/>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climate decisions, distribution of benefits and burdens, community voice, responsible evidence use, monitoring, and constructive advocacy</a:t>
            </a:r>
          </a:p>
        </p:txBody>
      </p:sp>
      <p:sp>
        <p:nvSpPr>
          <p:cNvPr id="4" name="">
            <a:extLst xmlns:a="http://schemas.openxmlformats.org/drawingml/2006/main">
              <a:ext uri="{FF2B5EF4-FFF2-40B4-BE49-F238E27FC236}">
                <a16:creationId xmlns:a16="http://schemas.microsoft.com/office/drawing/2014/main" id="{BF7479CB-F9C9-4E80-BB64-974CC1F6B2C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climate decisions, distribution of benefits and burdens, community voice, responsible evidence use, monitoring, and constructive advocacy.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691F460-4753-40F5-BA04-76F34CE42229}"/>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83C1CDD-0115-44EF-BE40-7478CE34624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SWP-032   SWEEP Academy</a:t>
            </a:r>
          </a:p>
        </p:txBody>
      </p:sp>
      <p:sp>
        <p:nvSpPr>
          <p:cNvPr id="7" name="">
            <a:extLst xmlns:a="http://schemas.openxmlformats.org/drawingml/2006/main">
              <a:ext uri="{FF2B5EF4-FFF2-40B4-BE49-F238E27FC236}">
                <a16:creationId xmlns:a16="http://schemas.microsoft.com/office/drawing/2014/main" id="{0C414F37-F0A9-4F04-A95A-A3063BAED5E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2034574194"/>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C55F5F-8EE4-4499-85AB-C516B1CFD6E8}"/>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700" b="1">
                <a:solidFill>
                  <a:srgbClr val="0B2C7A"/>
                </a:solidFill>
                <a:latin typeface="Arial"/>
                <a:ea typeface="Arial"/>
                <a:cs typeface="Arial"/>
              </a:defRPr>
            </a:defPPr>
          </a:lstStyle>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E0835328-5DBF-4792-A6EC-4471B4F8AC08}"/>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17223B"/>
                </a:solidFill>
                <a:latin typeface="Arial"/>
                <a:ea typeface="Arial"/>
                <a:cs typeface="Arial"/>
              </a:defRPr>
            </a:defPPr>
          </a:lstStyle>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F582AA70-D3B9-426B-AA84-FCB61484FC69}"/>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defPPr>
              <a:defRPr sz="1650" b="1">
                <a:solidFill>
                  <a:srgbClr val="4C8B1D"/>
                </a:solidFill>
                <a:latin typeface="Arial"/>
                <a:ea typeface="Arial"/>
                <a:cs typeface="Arial"/>
              </a:defRPr>
            </a:defPPr>
          </a:lstStyle>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AEF9DD5C-ABB7-4C81-A701-DC78498A3233}"/>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36"/>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climate inequity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participatory adaptation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inclusive services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community voice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5. accountability</a:t>
            </a:r>
          </a:p>
        </p:txBody>
      </p:sp>
      <p:sp>
        <p:nvSpPr>
          <p:cNvPr id="5" name="">
            <a:extLst xmlns:a="http://schemas.openxmlformats.org/drawingml/2006/main">
              <a:ext uri="{FF2B5EF4-FFF2-40B4-BE49-F238E27FC236}">
                <a16:creationId xmlns:a16="http://schemas.microsoft.com/office/drawing/2014/main" id="{D5928EB2-F6FA-492F-9A0B-7B8CE29CD996}"/>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1">
                <a:solidFill>
                  <a:srgbClr val="F5A400"/>
                </a:solidFill>
                <a:latin typeface="Arial"/>
                <a:ea typeface="Arial"/>
                <a:cs typeface="Arial"/>
              </a:defRPr>
            </a:defPPr>
          </a:lstStyle>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08635D9B-00B2-4F5B-B913-F7358A2B2DC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SWP-032   SWEEP Academy</a:t>
            </a:r>
          </a:p>
        </p:txBody>
      </p:sp>
      <p:sp>
        <p:nvSpPr>
          <p:cNvPr id="7" name="">
            <a:extLst xmlns:a="http://schemas.openxmlformats.org/drawingml/2006/main">
              <a:ext uri="{FF2B5EF4-FFF2-40B4-BE49-F238E27FC236}">
                <a16:creationId xmlns:a16="http://schemas.microsoft.com/office/drawing/2014/main" id="{3296735C-F462-4EA5-9D3D-2E766FFE36B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696933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2026-10-16T09:07:24.8070000Z</dcterms:created>
  <dcterms:modified xsi:type="dcterms:W3CDTF">2026-10-16T09:07:24.8070000Z</dcterms:modified>
</coreProperties>
</file>