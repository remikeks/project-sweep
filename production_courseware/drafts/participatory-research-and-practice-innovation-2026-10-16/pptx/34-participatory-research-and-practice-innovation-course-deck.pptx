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9438fcb476446e" /><Relationship Type="http://schemas.openxmlformats.org/officeDocument/2006/relationships/extended-properties" Target="/docProps/app.xml" Id="R9ebc04157ff144a0" /><Relationship Type="http://schemas.openxmlformats.org/officeDocument/2006/relationships/officeDocument" Target="/ppt/presentation.xml" Id="Rcfdf15bc64ec41f6" /></Relationships>
</file>

<file path=ppt/presentation.xml><?xml version="1.0" encoding="utf-8"?>
<p:presentation xmlns:p="http://schemas.openxmlformats.org/presentationml/2006/main">
  <p:sldMasterIdLst>
    <p:sldMasterId xmlns:r="http://schemas.openxmlformats.org/officeDocument/2006/relationships" id="2147483648" r:id="R33ea5b54a98843da"/>
  </p:sldMasterIdLst>
  <p:notesMasterIdLst>
    <p:notesMasterId xmlns:r="http://schemas.openxmlformats.org/officeDocument/2006/relationships" r:id="R286a3715f70e4829"/>
  </p:notesMasterIdLst>
  <p:sldIdLst>
    <p:sldId xmlns:r="http://schemas.openxmlformats.org/officeDocument/2006/relationships" id="256" r:id="Rbf1500d702a74cee"/>
    <p:sldId xmlns:r="http://schemas.openxmlformats.org/officeDocument/2006/relationships" id="257" r:id="R31cf55b4244a47f3"/>
    <p:sldId xmlns:r="http://schemas.openxmlformats.org/officeDocument/2006/relationships" id="258" r:id="R291a48bce6614669"/>
    <p:sldId xmlns:r="http://schemas.openxmlformats.org/officeDocument/2006/relationships" id="259" r:id="R1627ca0029184ef0"/>
    <p:sldId xmlns:r="http://schemas.openxmlformats.org/officeDocument/2006/relationships" id="260" r:id="R337e06d5d7614999"/>
    <p:sldId xmlns:r="http://schemas.openxmlformats.org/officeDocument/2006/relationships" id="261" r:id="R503c2d04bc2e4f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ff21cfa3b846c9" /><Relationship Type="http://schemas.openxmlformats.org/officeDocument/2006/relationships/slideMaster" Target="/ppt/slideMasters/slideMaster1.xml" Id="R33ea5b54a98843da" /><Relationship Type="http://schemas.openxmlformats.org/officeDocument/2006/relationships/notesMaster" Target="/ppt/notesMasters/notesMaster1.xml" Id="R286a3715f70e4829" /><Relationship Type="http://schemas.openxmlformats.org/officeDocument/2006/relationships/presProps" Target="/ppt/presProps.xml" Id="Rda27e1165daa44b1" /><Relationship Type="http://schemas.openxmlformats.org/officeDocument/2006/relationships/tableStyles" Target="/ppt/tableStyles.xml" Id="Reeb0f9073fcb42e9" /><Relationship Type="http://schemas.openxmlformats.org/officeDocument/2006/relationships/slide" Target="/ppt/slides/slide1.xml" Id="Rbf1500d702a74cee" /><Relationship Type="http://schemas.openxmlformats.org/officeDocument/2006/relationships/slide" Target="/ppt/slides/slide2.xml" Id="R31cf55b4244a47f3" /><Relationship Type="http://schemas.openxmlformats.org/officeDocument/2006/relationships/slide" Target="/ppt/slides/slide3.xml" Id="R291a48bce6614669" /><Relationship Type="http://schemas.openxmlformats.org/officeDocument/2006/relationships/slide" Target="/ppt/slides/slide4.xml" Id="R1627ca0029184ef0" /><Relationship Type="http://schemas.openxmlformats.org/officeDocument/2006/relationships/slide" Target="/ppt/slides/slide5.xml" Id="R337e06d5d7614999" /><Relationship Type="http://schemas.openxmlformats.org/officeDocument/2006/relationships/slide" Target="/ppt/slides/slide6.xml" Id="R503c2d04bc2e4f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9527d2fe3d45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2dbd8cd220445d" /><Relationship Type="http://schemas.openxmlformats.org/officeDocument/2006/relationships/notesMaster" Target="/ppt/notesMasters/notesMaster1.xml" Id="R1f13d39fc22744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ecfc9747f24af1" /><Relationship Type="http://schemas.openxmlformats.org/officeDocument/2006/relationships/notesMaster" Target="/ppt/notesMasters/notesMaster1.xml" Id="R4879517cdb8e43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5b1c5221954bbb" /><Relationship Type="http://schemas.openxmlformats.org/officeDocument/2006/relationships/notesMaster" Target="/ppt/notesMasters/notesMaster1.xml" Id="Rddec0992ad5f49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7057339334468d" /><Relationship Type="http://schemas.openxmlformats.org/officeDocument/2006/relationships/notesMaster" Target="/ppt/notesMasters/notesMaster1.xml" Id="R63c01f9e2d7944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6a5344995e486f" /><Relationship Type="http://schemas.openxmlformats.org/officeDocument/2006/relationships/notesMaster" Target="/ppt/notesMasters/notesMaster1.xml" Id="R41a9b6c81a0b4e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5fcfd152654ed9" /><Relationship Type="http://schemas.openxmlformats.org/officeDocument/2006/relationships/notesMaster" Target="/ppt/notesMasters/notesMaster1.xml" Id="R03eec438fdd547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Cover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Course outcome and delivery safeguard.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1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2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Module 3 teaching slide.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Practice activity and assessment preparation. The deck uses a SWEEP Academy generated illustration as the cover background. Facilitators must confirm the course approval status,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eb957107d548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437d174e8544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b5515c7ca4b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2c8019e80e44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3b85d07f8943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80dd2f67e249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97E22A-0044-4521-90D0-9A57EBE39D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460C85-CD37-4417-9BC4-D77FA3F1F2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DFC1B0-9C79-4FF1-98E2-A39E99145F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6429D2-709B-4FCD-BD86-78ADA67CFD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3464C1-B214-47A0-AF81-CB2588637E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FFC972-7CB4-4A61-89C5-15F4B7C444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B23815-679C-489C-AD4A-BBAFFE6536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363908-6C55-4723-9986-F43F06985A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55BA69-51E6-45A6-8667-50BE06116C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7044BD-BB32-47EA-A416-4B1609D25A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705a1ba6204e8d" /><Relationship Type="http://schemas.openxmlformats.org/officeDocument/2006/relationships/slideLayout" Target="/ppt/slideLayouts/slideLayout1.xml" Id="R0112167ef00145ec" /><Relationship Type="http://schemas.openxmlformats.org/officeDocument/2006/relationships/slideLayout" Target="/ppt/slideLayouts/slideLayout2.xml" Id="Rc90add2c26434bee" /><Relationship Type="http://schemas.openxmlformats.org/officeDocument/2006/relationships/slideLayout" Target="/ppt/slideLayouts/slideLayout3.xml" Id="R2b4a165aaa194eb9" /><Relationship Type="http://schemas.openxmlformats.org/officeDocument/2006/relationships/slideLayout" Target="/ppt/slideLayouts/slideLayout4.xml" Id="Rec087b8a0ba84704" /><Relationship Type="http://schemas.openxmlformats.org/officeDocument/2006/relationships/slideLayout" Target="/ppt/slideLayouts/slideLayout5.xml" Id="Ra39439016ac048a9" /><Relationship Type="http://schemas.openxmlformats.org/officeDocument/2006/relationships/slideLayout" Target="/ppt/slideLayouts/slideLayout6.xml" Id="R48323ed69eae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12167ef00145ec"/>
    <p:sldLayoutId xmlns:r="http://schemas.openxmlformats.org/officeDocument/2006/relationships" id="2147483650" r:id="Rc90add2c26434bee"/>
    <p:sldLayoutId xmlns:r="http://schemas.openxmlformats.org/officeDocument/2006/relationships" id="2147483651" r:id="R2b4a165aaa194eb9"/>
    <p:sldLayoutId xmlns:r="http://schemas.openxmlformats.org/officeDocument/2006/relationships" id="2147483652" r:id="Rec087b8a0ba84704"/>
    <p:sldLayoutId xmlns:r="http://schemas.openxmlformats.org/officeDocument/2006/relationships" id="2147483653" r:id="Ra39439016ac048a9"/>
    <p:sldLayoutId xmlns:r="http://schemas.openxmlformats.org/officeDocument/2006/relationships" id="2147483654" r:id="R48323ed69eae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3791a59acd44f9" /><Relationship Type="http://schemas.openxmlformats.org/officeDocument/2006/relationships/image" Target="/ppt/media/image.png" Id="R56d518d7d4ac40e3" /><Relationship Type="http://schemas.openxmlformats.org/officeDocument/2006/relationships/notesSlide" Target="/ppt/notesSlides/notesSlide1.xml" Id="Rb46dc1c199a5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1261686a614ac0" /><Relationship Type="http://schemas.openxmlformats.org/officeDocument/2006/relationships/notesSlide" Target="/ppt/notesSlides/notesSlide2.xml" Id="Rb9314935e87142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cea61902d34a94" /><Relationship Type="http://schemas.openxmlformats.org/officeDocument/2006/relationships/notesSlide" Target="/ppt/notesSlides/notesSlide3.xml" Id="R8893d7b1e10b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35e62fa33b4df1" /><Relationship Type="http://schemas.openxmlformats.org/officeDocument/2006/relationships/notesSlide" Target="/ppt/notesSlides/notesSlide4.xml" Id="R1011aae36aad4e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e25143a0e04482" /><Relationship Type="http://schemas.openxmlformats.org/officeDocument/2006/relationships/notesSlide" Target="/ppt/notesSlides/notesSlide5.xml" Id="Rd77a14f21a6b4e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6217651eb04df2" /><Relationship Type="http://schemas.openxmlformats.org/officeDocument/2006/relationships/notesSlide" Target="/ppt/notesSlides/notesSlide6.xml" Id="R14107dd9014d426f"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3B83AD6A-3777-4550-BDD8-B70E17917434}"/>
              </a:ext>
            </a:extLst>
          </p:cNvPr>
          <p:cNvPicPr>
            <a:picLocks xmlns:a="http://schemas.openxmlformats.org/drawingml/2006/main" noChangeAspect="1"/>
          </p:cNvPicPr>
          <p:nvPr/>
        </p:nvPicPr>
        <p:blipFill>
          <a:blip xmlns:r="http://schemas.openxmlformats.org/officeDocument/2006/relationships" xmlns:a="http://schemas.openxmlformats.org/drawingml/2006/main" r:embed="R56d518d7d4ac40e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2FE6AE-40CB-4478-9B2B-FAF88707B679}"/>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Participatory Research and Practice Innovation</a:t>
            </a:r>
          </a:p>
        </p:txBody>
      </p:sp>
      <p:sp>
        <p:nvSpPr>
          <p:cNvPr id="3" name="">
            <a:extLst xmlns:a="http://schemas.openxmlformats.org/drawingml/2006/main">
              <a:ext uri="{FF2B5EF4-FFF2-40B4-BE49-F238E27FC236}">
                <a16:creationId xmlns:a16="http://schemas.microsoft.com/office/drawing/2014/main" id="{6DACC4CE-44E8-4134-A12D-DDB5F2DB2315}"/>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FFFFFF"/>
                </a:solidFill>
                <a:latin typeface="Arial"/>
                <a:ea typeface="Arial"/>
                <a:cs typeface="Arial"/>
              </a:defRPr>
            </a:defPPr>
          </a:lstStyle>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Community &amp; Macro Practice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SWP-034</a:t>
            </a:r>
          </a:p>
        </p:txBody>
      </p:sp>
      <p:sp>
        <p:nvSpPr>
          <p:cNvPr id="4" name="">
            <a:extLst xmlns:a="http://schemas.openxmlformats.org/drawingml/2006/main">
              <a:ext uri="{FF2B5EF4-FFF2-40B4-BE49-F238E27FC236}">
                <a16:creationId xmlns:a16="http://schemas.microsoft.com/office/drawing/2014/main" id="{61A7AC78-161D-4BD3-A6B2-52457504FEC9}"/>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63323731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797DB6-797A-4565-8062-03D84596FCBB}"/>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defPPr>
              <a:defRPr sz="2850" b="1">
                <a:solidFill>
                  <a:srgbClr val="0B2C7A"/>
                </a:solidFill>
                <a:latin typeface="Arial"/>
                <a:ea typeface="Arial"/>
                <a:cs typeface="Arial"/>
              </a:defRPr>
            </a:defPPr>
          </a:lstStyle>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E0400B1A-C030-4843-BE60-DA29872FC056}"/>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400" b="1">
                <a:solidFill>
                  <a:srgbClr val="17223B"/>
                </a:solidFill>
                <a:latin typeface="Arial"/>
                <a:ea typeface="Arial"/>
                <a:cs typeface="Arial"/>
              </a:defRPr>
            </a:defPPr>
          </a:lstStyle>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Plan a small, ethical, participatory practice inquiry and use the findings with communities to test and improve a service within a professional role.</a:t>
            </a:r>
          </a:p>
        </p:txBody>
      </p:sp>
      <p:sp>
        <p:nvSpPr>
          <p:cNvPr id="3" name="">
            <a:extLst xmlns:a="http://schemas.openxmlformats.org/drawingml/2006/main">
              <a:ext uri="{FF2B5EF4-FFF2-40B4-BE49-F238E27FC236}">
                <a16:creationId xmlns:a16="http://schemas.microsoft.com/office/drawing/2014/main" id="{04B0F107-05F0-4E5A-812C-95910677047F}"/>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7020BC04-2EA5-4F0F-A4B4-DB4AA6A4F592}"/>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a:solidFill>
                  <a:srgbClr val="17223B"/>
                </a:solidFill>
                <a:latin typeface="Arial"/>
                <a:ea typeface="Arial"/>
                <a:cs typeface="Arial"/>
              </a:defRPr>
            </a:defPPr>
          </a:lstStyle>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9BE2717-F9CD-499D-98C6-EBE6A6C7A10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SWP-034   SWEEP Academy</a:t>
            </a:r>
          </a:p>
        </p:txBody>
      </p:sp>
      <p:sp>
        <p:nvSpPr>
          <p:cNvPr id="6" name="">
            <a:extLst xmlns:a="http://schemas.openxmlformats.org/drawingml/2006/main">
              <a:ext uri="{FF2B5EF4-FFF2-40B4-BE49-F238E27FC236}">
                <a16:creationId xmlns:a16="http://schemas.microsoft.com/office/drawing/2014/main" id="{9390C0E4-5704-4204-AAD8-1D4386D8B55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308826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6C90ED-4C07-4AFE-A5C8-2DBF8C7ECBB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53B67BBD-358D-4208-9F55-1544BC2CE99E}"/>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Practice questions and meaningful participation</a:t>
            </a:r>
          </a:p>
        </p:txBody>
      </p:sp>
      <p:sp>
        <p:nvSpPr>
          <p:cNvPr id="3" name="">
            <a:extLst xmlns:a="http://schemas.openxmlformats.org/drawingml/2006/main">
              <a:ext uri="{FF2B5EF4-FFF2-40B4-BE49-F238E27FC236}">
                <a16:creationId xmlns:a16="http://schemas.microsoft.com/office/drawing/2014/main" id="{02FF6DBE-8823-4A31-804D-31628935448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question framing, positionality, consent, power, lived experience, co-research, and meaningful involvement</a:t>
            </a:r>
          </a:p>
        </p:txBody>
      </p:sp>
      <p:sp>
        <p:nvSpPr>
          <p:cNvPr id="4" name="">
            <a:extLst xmlns:a="http://schemas.openxmlformats.org/drawingml/2006/main">
              <a:ext uri="{FF2B5EF4-FFF2-40B4-BE49-F238E27FC236}">
                <a16:creationId xmlns:a16="http://schemas.microsoft.com/office/drawing/2014/main" id="{52E9C716-783D-4DD1-8CCB-ABC5393C8B9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question framing, positionality, consent, power, lived experience, co-research, and meaningful involvement.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F4E7484-F7F5-478B-A19D-F24DED2D801C}"/>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E841AB4-932E-45B2-AE96-3DA2E49F332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SWP-034   SWEEP Academy</a:t>
            </a:r>
          </a:p>
        </p:txBody>
      </p:sp>
      <p:sp>
        <p:nvSpPr>
          <p:cNvPr id="7" name="">
            <a:extLst xmlns:a="http://schemas.openxmlformats.org/drawingml/2006/main">
              <a:ext uri="{FF2B5EF4-FFF2-40B4-BE49-F238E27FC236}">
                <a16:creationId xmlns:a16="http://schemas.microsoft.com/office/drawing/2014/main" id="{07A04B0E-0163-4F0F-A591-1F839C6F25F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3392964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13883A-8282-4106-95FF-55ACFD04C71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34C27979-E8DC-4811-A9AF-B4FB7A3AADF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Ethical inquiry and interpretation</a:t>
            </a:r>
          </a:p>
        </p:txBody>
      </p:sp>
      <p:sp>
        <p:nvSpPr>
          <p:cNvPr id="3" name="">
            <a:extLst xmlns:a="http://schemas.openxmlformats.org/drawingml/2006/main">
              <a:ext uri="{FF2B5EF4-FFF2-40B4-BE49-F238E27FC236}">
                <a16:creationId xmlns:a16="http://schemas.microsoft.com/office/drawing/2014/main" id="{E66ECB5F-F8CF-4641-B2A0-B6B11DC6BD7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proportionate data collection, data minimisation, confidentiality, accessibility, bias, evidence limits, and transparent interpretation</a:t>
            </a:r>
          </a:p>
        </p:txBody>
      </p:sp>
      <p:sp>
        <p:nvSpPr>
          <p:cNvPr id="4" name="">
            <a:extLst xmlns:a="http://schemas.openxmlformats.org/drawingml/2006/main">
              <a:ext uri="{FF2B5EF4-FFF2-40B4-BE49-F238E27FC236}">
                <a16:creationId xmlns:a16="http://schemas.microsoft.com/office/drawing/2014/main" id="{4943DE16-290B-421E-B9BD-960EED421F1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proportionate data collection, data minimisation, confidentiality, accessibility, bias, evidence limits, and transparent interpretation.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D644C84-ED2E-447A-A1A1-3029540B797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5FAF9977-010A-4165-BDC8-10950B6760D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SWP-034   SWEEP Academy</a:t>
            </a:r>
          </a:p>
        </p:txBody>
      </p:sp>
      <p:sp>
        <p:nvSpPr>
          <p:cNvPr id="7" name="">
            <a:extLst xmlns:a="http://schemas.openxmlformats.org/drawingml/2006/main">
              <a:ext uri="{FF2B5EF4-FFF2-40B4-BE49-F238E27FC236}">
                <a16:creationId xmlns:a16="http://schemas.microsoft.com/office/drawing/2014/main" id="{B072A546-B2E6-42D0-8EBC-557F7ED967E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4419119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0091C1-AC0E-4992-934D-9D4363CCD133}"/>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b="1">
                <a:solidFill>
                  <a:srgbClr val="4C8B1D"/>
                </a:solidFill>
                <a:latin typeface="Arial"/>
                <a:ea typeface="Arial"/>
                <a:cs typeface="Arial"/>
              </a:defRPr>
            </a:defPPr>
          </a:lstStyle>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C46E4ECB-3488-44FD-98D4-C8F4724A9C6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3000" b="1">
                <a:solidFill>
                  <a:srgbClr val="0B2C7A"/>
                </a:solidFill>
                <a:latin typeface="Arial"/>
                <a:ea typeface="Arial"/>
                <a:cs typeface="Arial"/>
              </a:defRPr>
            </a:defPPr>
          </a:lstStyle>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Responsible innovation and learning</a:t>
            </a:r>
          </a:p>
        </p:txBody>
      </p:sp>
      <p:sp>
        <p:nvSpPr>
          <p:cNvPr id="3" name="">
            <a:extLst xmlns:a="http://schemas.openxmlformats.org/drawingml/2006/main">
              <a:ext uri="{FF2B5EF4-FFF2-40B4-BE49-F238E27FC236}">
                <a16:creationId xmlns:a16="http://schemas.microsoft.com/office/drawing/2014/main" id="{90F02A27-C35E-4681-9465-DA5D6CA157A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1">
                <a:solidFill>
                  <a:srgbClr val="17223B"/>
                </a:solidFill>
                <a:latin typeface="Arial"/>
                <a:ea typeface="Arial"/>
                <a:cs typeface="Arial"/>
              </a:defRPr>
            </a:defPPr>
          </a:lstStyle>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bounded pilots, feedback, implementation risks, decision criteria, documenting adaptations, escalation, and sharing learning with participants</a:t>
            </a:r>
          </a:p>
        </p:txBody>
      </p:sp>
      <p:sp>
        <p:nvSpPr>
          <p:cNvPr id="4" name="">
            <a:extLst xmlns:a="http://schemas.openxmlformats.org/drawingml/2006/main">
              <a:ext uri="{FF2B5EF4-FFF2-40B4-BE49-F238E27FC236}">
                <a16:creationId xmlns:a16="http://schemas.microsoft.com/office/drawing/2014/main" id="{48FE4C18-9832-414A-AB3A-A49BF3F6B714}"/>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bounded pilots, feedback, implementation risks, decision criteria, documenting adaptations, escalation, and sharing learning with participants.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9A227F2-D933-4242-ADA1-11908697B47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a:solidFill>
                  <a:srgbClr val="52617D"/>
                </a:solidFill>
                <a:latin typeface="Arial"/>
                <a:ea typeface="Arial"/>
                <a:cs typeface="Arial"/>
              </a:defRPr>
            </a:defPPr>
          </a:lstStyle>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66BA47E7-29E6-4316-B762-12A2BB02947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SWP-034   SWEEP Academy</a:t>
            </a:r>
          </a:p>
        </p:txBody>
      </p:sp>
      <p:sp>
        <p:nvSpPr>
          <p:cNvPr id="7" name="">
            <a:extLst xmlns:a="http://schemas.openxmlformats.org/drawingml/2006/main">
              <a:ext uri="{FF2B5EF4-FFF2-40B4-BE49-F238E27FC236}">
                <a16:creationId xmlns:a16="http://schemas.microsoft.com/office/drawing/2014/main" id="{8D9E2A78-C1D0-4CB5-AA21-F23C1952413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311634742"/>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B01A70-C2AE-4EA9-A7E7-05FE757486DE}"/>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700" b="1">
                <a:solidFill>
                  <a:srgbClr val="0B2C7A"/>
                </a:solidFill>
                <a:latin typeface="Arial"/>
                <a:ea typeface="Arial"/>
                <a:cs typeface="Arial"/>
              </a:defRPr>
            </a:defPPr>
          </a:lstStyle>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273CA209-CE82-45A3-A173-DB55CCCDEB05}"/>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17223B"/>
                </a:solidFill>
                <a:latin typeface="Arial"/>
                <a:ea typeface="Arial"/>
                <a:cs typeface="Arial"/>
              </a:defRPr>
            </a:defPPr>
          </a:lstStyle>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83A5A5AC-36D2-40CE-A11E-6555DC5AFD16}"/>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defPPr>
              <a:defRPr sz="1650" b="1">
                <a:solidFill>
                  <a:srgbClr val="4C8B1D"/>
                </a:solidFill>
                <a:latin typeface="Arial"/>
                <a:ea typeface="Arial"/>
                <a:cs typeface="Arial"/>
              </a:defRPr>
            </a:defPPr>
          </a:lstStyle>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BC47CFFB-269A-47DD-8917-94E5D557ECF8}"/>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9740"/>
          </a:bodyPr>
          <a:lstStyle xmlns:a="http://schemas.openxmlformats.org/drawingml/2006/main">
            <a:defPPr>
              <a:defRPr sz="1650">
                <a:solidFill>
                  <a:srgbClr val="17223B"/>
                </a:solidFill>
                <a:latin typeface="Arial"/>
                <a:ea typeface="Arial"/>
                <a:cs typeface="Arial"/>
              </a:defRPr>
            </a:defPPr>
          </a:lstStyle>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question framing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meaningful participation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informed consent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data minimisation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5. evidence limits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6. pilot safeguards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7. learning decisions</a:t>
            </a:r>
          </a:p>
        </p:txBody>
      </p:sp>
      <p:sp>
        <p:nvSpPr>
          <p:cNvPr id="5" name="">
            <a:extLst xmlns:a="http://schemas.openxmlformats.org/drawingml/2006/main">
              <a:ext uri="{FF2B5EF4-FFF2-40B4-BE49-F238E27FC236}">
                <a16:creationId xmlns:a16="http://schemas.microsoft.com/office/drawing/2014/main" id="{22EAD071-4ED1-4793-BA6B-D54E40C6CB5E}"/>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1">
                <a:solidFill>
                  <a:srgbClr val="F5A400"/>
                </a:solidFill>
                <a:latin typeface="Arial"/>
                <a:ea typeface="Arial"/>
                <a:cs typeface="Arial"/>
              </a:defRPr>
            </a:defPPr>
          </a:lstStyle>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8A3ED031-1816-42A4-9605-1DB82FBC5A7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defRPr sz="900">
                <a:solidFill>
                  <a:srgbClr val="52617D"/>
                </a:solidFill>
                <a:latin typeface="Arial"/>
                <a:ea typeface="Arial"/>
                <a:cs typeface="Arial"/>
              </a:defRPr>
            </a:defPPr>
          </a:lstStyle>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SWP-034   SWEEP Academy</a:t>
            </a:r>
          </a:p>
        </p:txBody>
      </p:sp>
      <p:sp>
        <p:nvSpPr>
          <p:cNvPr id="7" name="">
            <a:extLst xmlns:a="http://schemas.openxmlformats.org/drawingml/2006/main">
              <a:ext uri="{FF2B5EF4-FFF2-40B4-BE49-F238E27FC236}">
                <a16:creationId xmlns:a16="http://schemas.microsoft.com/office/drawing/2014/main" id="{1F772473-4EB8-462F-9C38-9FEDD5DA8EE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defPPr algn="r">
              <a:defRPr sz="900">
                <a:solidFill>
                  <a:srgbClr val="52617D"/>
                </a:solidFill>
                <a:latin typeface="Arial"/>
                <a:ea typeface="Arial"/>
                <a:cs typeface="Arial"/>
              </a:defRPr>
            </a:defPPr>
          </a:lstStyle>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244785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2026-10-16T15:39:43.1950000Z</dcterms:created>
  <dcterms:modified xsi:type="dcterms:W3CDTF">2026-10-16T15:39:43.1950000Z</dcterms:modified>
</coreProperties>
</file>