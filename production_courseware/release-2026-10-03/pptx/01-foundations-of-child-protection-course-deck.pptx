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a389b8f0bb4a70" /><Relationship Type="http://schemas.openxmlformats.org/officeDocument/2006/relationships/extended-properties" Target="/docProps/app.xml" Id="R65a7f2dc9f814a95" /><Relationship Type="http://schemas.openxmlformats.org/officeDocument/2006/relationships/officeDocument" Target="/ppt/presentation.xml" Id="R3907489d75824806" /></Relationships>
</file>

<file path=ppt/presentation.xml><?xml version="1.0" encoding="utf-8"?>
<p:presentation xmlns:p="http://schemas.openxmlformats.org/presentationml/2006/main">
  <p:sldMasterIdLst>
    <p:sldMasterId xmlns:r="http://schemas.openxmlformats.org/officeDocument/2006/relationships" id="2147483648" r:id="Rd668e910af134588"/>
  </p:sldMasterIdLst>
  <p:notesMasterIdLst>
    <p:notesMasterId xmlns:r="http://schemas.openxmlformats.org/officeDocument/2006/relationships" r:id="Ree2882c04e0a4d58"/>
  </p:notesMasterIdLst>
  <p:sldIdLst>
    <p:sldId xmlns:r="http://schemas.openxmlformats.org/officeDocument/2006/relationships" id="256" r:id="R5150ee3b7b1d42ee"/>
    <p:sldId xmlns:r="http://schemas.openxmlformats.org/officeDocument/2006/relationships" id="257" r:id="R42aefcd417d64c29"/>
    <p:sldId xmlns:r="http://schemas.openxmlformats.org/officeDocument/2006/relationships" id="258" r:id="Rc2916f0873d74fe3"/>
    <p:sldId xmlns:r="http://schemas.openxmlformats.org/officeDocument/2006/relationships" id="259" r:id="R7015e19d45844785"/>
    <p:sldId xmlns:r="http://schemas.openxmlformats.org/officeDocument/2006/relationships" id="260" r:id="R13665fc142fc4869"/>
    <p:sldId xmlns:r="http://schemas.openxmlformats.org/officeDocument/2006/relationships" id="261" r:id="Rc095bace4a6c4c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df64d248e14949" /><Relationship Type="http://schemas.openxmlformats.org/officeDocument/2006/relationships/slideMaster" Target="/ppt/slideMasters/slideMaster1.xml" Id="Rd668e910af134588" /><Relationship Type="http://schemas.openxmlformats.org/officeDocument/2006/relationships/notesMaster" Target="/ppt/notesMasters/notesMaster1.xml" Id="Ree2882c04e0a4d58" /><Relationship Type="http://schemas.openxmlformats.org/officeDocument/2006/relationships/presProps" Target="/ppt/presProps.xml" Id="Rb3f56bd3fe354a8b" /><Relationship Type="http://schemas.openxmlformats.org/officeDocument/2006/relationships/tableStyles" Target="/ppt/tableStyles.xml" Id="Rca1f23655c4d479b" /><Relationship Type="http://schemas.openxmlformats.org/officeDocument/2006/relationships/slide" Target="/ppt/slides/slide1.xml" Id="R5150ee3b7b1d42ee" /><Relationship Type="http://schemas.openxmlformats.org/officeDocument/2006/relationships/slide" Target="/ppt/slides/slide2.xml" Id="R42aefcd417d64c29" /><Relationship Type="http://schemas.openxmlformats.org/officeDocument/2006/relationships/slide" Target="/ppt/slides/slide3.xml" Id="Rc2916f0873d74fe3" /><Relationship Type="http://schemas.openxmlformats.org/officeDocument/2006/relationships/slide" Target="/ppt/slides/slide4.xml" Id="R7015e19d45844785" /><Relationship Type="http://schemas.openxmlformats.org/officeDocument/2006/relationships/slide" Target="/ppt/slides/slide5.xml" Id="R13665fc142fc4869" /><Relationship Type="http://schemas.openxmlformats.org/officeDocument/2006/relationships/slide" Target="/ppt/slides/slide6.xml" Id="Rc095bace4a6c4c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4c4ceab0f44f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7748ac202d4188" /><Relationship Type="http://schemas.openxmlformats.org/officeDocument/2006/relationships/notesMaster" Target="/ppt/notesMasters/notesMaster1.xml" Id="Re931842426cb49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00d624ae614108" /><Relationship Type="http://schemas.openxmlformats.org/officeDocument/2006/relationships/notesMaster" Target="/ppt/notesMasters/notesMaster1.xml" Id="R37983b9fb04f48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fab58139b94766" /><Relationship Type="http://schemas.openxmlformats.org/officeDocument/2006/relationships/notesMaster" Target="/ppt/notesMasters/notesMaster1.xml" Id="Rb968b6ea72224d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c545dacb5d4c7c" /><Relationship Type="http://schemas.openxmlformats.org/officeDocument/2006/relationships/notesMaster" Target="/ppt/notesMasters/notesMaster1.xml" Id="Rb1c45b40e79d43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48d144e05641a7" /><Relationship Type="http://schemas.openxmlformats.org/officeDocument/2006/relationships/notesMaster" Target="/ppt/notesMasters/notesMaster1.xml" Id="Rc14f6c2d354042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fc5f16f1904fda" /><Relationship Type="http://schemas.openxmlformats.org/officeDocument/2006/relationships/notesMaster" Target="/ppt/notesMasters/notesMaster1.xml" Id="R3ad53bb5205e48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d5e48688af40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e41aac3754434a" /><Relationship Type="http://schemas.openxmlformats.org/officeDocument/2006/relationships/slideLayout" Target="/ppt/slideLayouts/slideLayout1.xml" Id="R86b6128426814d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b6128426814d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d99df0ef314395" /><Relationship Type="http://schemas.openxmlformats.org/officeDocument/2006/relationships/image" Target="/ppt/media/image.png" Id="R1ad769b667c74355" /><Relationship Type="http://schemas.openxmlformats.org/officeDocument/2006/relationships/notesSlide" Target="/ppt/notesSlides/notesSlide1.xml" Id="Red6ad2f3b6a744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cd1f4529604171" /><Relationship Type="http://schemas.openxmlformats.org/officeDocument/2006/relationships/notesSlide" Target="/ppt/notesSlides/notesSlide2.xml" Id="R4efc08cf71bb40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de5b0c1a8da4236" /><Relationship Type="http://schemas.openxmlformats.org/officeDocument/2006/relationships/notesSlide" Target="/ppt/notesSlides/notesSlide3.xml" Id="R1070707cdda04c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365215833a947ad" /><Relationship Type="http://schemas.openxmlformats.org/officeDocument/2006/relationships/notesSlide" Target="/ppt/notesSlides/notesSlide4.xml" Id="Rbe271a5a599f4e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367c3e159345c1" /><Relationship Type="http://schemas.openxmlformats.org/officeDocument/2006/relationships/notesSlide" Target="/ppt/notesSlides/notesSlide5.xml" Id="R2b928c6355614b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0a8c3c46404f7b" /><Relationship Type="http://schemas.openxmlformats.org/officeDocument/2006/relationships/notesSlide" Target="/ppt/notesSlides/notesSlide6.xml" Id="R48e1fd3648f54f34"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1ad769b667c7435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A9F59B2-D222-407E-B46E-3BE9AA764006}"/>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Foundations of Child Protection</a:t>
            </a:r>
          </a:p>
        </p:txBody>
      </p:sp>
      <p:sp>
        <p:nvSpPr>
          <p:cNvPr id="3" name="">
            <a:extLst xmlns:a="http://schemas.openxmlformats.org/drawingml/2006/main">
              <a:ext uri="{FF2B5EF4-FFF2-40B4-BE49-F238E27FC236}">
                <a16:creationId xmlns:a16="http://schemas.microsoft.com/office/drawing/2014/main" id="{99136315-EE13-4167-932A-CFCCA577CCC0}"/>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Child &amp; Family Welfare</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F1032DB9-2739-4262-ADDB-508FD7AB62E0}"/>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779460069"/>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A3F79C-4363-431A-97CF-03619A8C6E61}"/>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32E2C09D-F238-4B4F-B13F-A39507EEC2B0}"/>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Recognise protection concerns, respond safely, and follow the local reporting pathway.</a:t>
            </a:r>
          </a:p>
        </p:txBody>
      </p:sp>
      <p:sp>
        <p:nvSpPr>
          <p:cNvPr id="3" name="">
            <a:extLst xmlns:a="http://schemas.openxmlformats.org/drawingml/2006/main">
              <a:ext uri="{FF2B5EF4-FFF2-40B4-BE49-F238E27FC236}">
                <a16:creationId xmlns:a16="http://schemas.microsoft.com/office/drawing/2014/main" id="{9F909971-9523-4D7A-90E2-AB5E328EC4C5}"/>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4D6E7D7F-6953-407A-AC61-AAB107A04CAC}"/>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D1E9E8EE-79BE-46FA-8991-59CAB1F62CB3}"/>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099F4A91-F299-4AFB-A73E-2C17EF9A56E6}"/>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8262202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BD8671-6188-43FF-88F7-432F43D9E7CB}"/>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7516A607-5C16-4148-8851-583D4E21FF85}"/>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Child protection foundations</a:t>
            </a:r>
          </a:p>
        </p:txBody>
      </p:sp>
      <p:sp>
        <p:nvSpPr>
          <p:cNvPr id="3" name="">
            <a:extLst xmlns:a="http://schemas.openxmlformats.org/drawingml/2006/main">
              <a:ext uri="{FF2B5EF4-FFF2-40B4-BE49-F238E27FC236}">
                <a16:creationId xmlns:a16="http://schemas.microsoft.com/office/drawing/2014/main" id="{C6425A10-C5E4-460D-B6AB-76F0A7A99B06}"/>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child rights, safeguarding principles, roles, and the distinction between concern, risk, and harm</a:t>
            </a:r>
          </a:p>
        </p:txBody>
      </p:sp>
      <p:sp>
        <p:nvSpPr>
          <p:cNvPr id="4" name="">
            <a:extLst xmlns:a="http://schemas.openxmlformats.org/drawingml/2006/main">
              <a:ext uri="{FF2B5EF4-FFF2-40B4-BE49-F238E27FC236}">
                <a16:creationId xmlns:a16="http://schemas.microsoft.com/office/drawing/2014/main" id="{5DD37798-0CB9-494D-A073-0C1017475C0D}"/>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child rights, safeguarding principles, roles, and the distinction between concern, risk, and harm.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FEA869B2-EFD8-4B84-98E8-9D996DFB6F25}"/>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DF9FB0F6-1B3F-4D17-B494-05DDE6DFB6B3}"/>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0011E028-F903-4B69-9DF7-30B8C3A0BFE5}"/>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5056332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7E0AA7-E302-4633-97F8-94AF836E409D}"/>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C3B78E83-2BBB-45B7-A196-C01393F3BA24}"/>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Recognising and responding</a:t>
            </a:r>
          </a:p>
        </p:txBody>
      </p:sp>
      <p:sp>
        <p:nvSpPr>
          <p:cNvPr id="3" name="">
            <a:extLst xmlns:a="http://schemas.openxmlformats.org/drawingml/2006/main">
              <a:ext uri="{FF2B5EF4-FFF2-40B4-BE49-F238E27FC236}">
                <a16:creationId xmlns:a16="http://schemas.microsoft.com/office/drawing/2014/main" id="{BBDBC40F-EB6C-40BA-9485-70A24E0DE45A}"/>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indicators of abuse/neglect, trauma-informed communication, documentation, immediate safety, and boundaries</a:t>
            </a:r>
          </a:p>
        </p:txBody>
      </p:sp>
      <p:sp>
        <p:nvSpPr>
          <p:cNvPr id="4" name="">
            <a:extLst xmlns:a="http://schemas.openxmlformats.org/drawingml/2006/main">
              <a:ext uri="{FF2B5EF4-FFF2-40B4-BE49-F238E27FC236}">
                <a16:creationId xmlns:a16="http://schemas.microsoft.com/office/drawing/2014/main" id="{10912ACD-4919-4CC1-BF33-FE14A31D6233}"/>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indicators of abuse/neglect, trauma-informed communication, documentation, immediate safety, and boundaries.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8F50AF47-5AED-45E0-8CA4-985646AEA305}"/>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D059280B-7FC3-4561-8EED-193CA2491B94}"/>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B82CE33F-39D6-462B-97C1-A738D712B973}"/>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17108911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AA28D8-BA14-4F0A-ACD7-0F6B09C1497C}"/>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AB21E1FC-AEE9-498A-ABCF-C47CDB02093A}"/>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Reporting and case coordination</a:t>
            </a:r>
          </a:p>
        </p:txBody>
      </p:sp>
      <p:sp>
        <p:nvSpPr>
          <p:cNvPr id="3" name="">
            <a:extLst xmlns:a="http://schemas.openxmlformats.org/drawingml/2006/main">
              <a:ext uri="{FF2B5EF4-FFF2-40B4-BE49-F238E27FC236}">
                <a16:creationId xmlns:a16="http://schemas.microsoft.com/office/drawing/2014/main" id="{04C35BBC-547D-4C59-8A79-34A5A75BE9F0}"/>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mandated reporting, referral pathways, confidentiality limits, multi-agency coordination, and reflective case scenario</a:t>
            </a:r>
          </a:p>
        </p:txBody>
      </p:sp>
      <p:sp>
        <p:nvSpPr>
          <p:cNvPr id="4" name="">
            <a:extLst xmlns:a="http://schemas.openxmlformats.org/drawingml/2006/main">
              <a:ext uri="{FF2B5EF4-FFF2-40B4-BE49-F238E27FC236}">
                <a16:creationId xmlns:a16="http://schemas.microsoft.com/office/drawing/2014/main" id="{EC1C40A7-95E6-4003-B54B-8AD1CD6AA359}"/>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mandated reporting, referral pathways, confidentiality limits, multi-agency coordination, and reflective case scenario.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E1BBDDEF-8305-4764-9960-825DC31327B5}"/>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3B252430-DBB7-4F10-A3A6-108A82282DC8}"/>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0E188C29-5373-484A-8A46-931643F9E157}"/>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871382671"/>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5E7E9A-4525-40F6-A87E-C1787A465DF7}"/>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B4D16AB6-AB56-4BD0-9190-E11F6A2BB236}"/>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79578945-3C15-4947-986E-1DA014C3E16E}"/>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22A84CE6-DF85-47A0-937F-2796913A1BDE}"/>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636"/>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recognition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first response</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documentation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referral</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5. ethics</a:t>
            </a:r>
          </a:p>
        </p:txBody>
      </p:sp>
      <p:sp>
        <p:nvSpPr>
          <p:cNvPr id="5" name="">
            <a:extLst xmlns:a="http://schemas.openxmlformats.org/drawingml/2006/main">
              <a:ext uri="{FF2B5EF4-FFF2-40B4-BE49-F238E27FC236}">
                <a16:creationId xmlns:a16="http://schemas.microsoft.com/office/drawing/2014/main" id="{85299DEA-56AD-4823-8B35-E33B242C4C88}"/>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D7CE1F83-E1D5-488C-8086-3400E5790568}"/>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B4310734-5556-4C63-B795-02F43A008BEA}"/>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169865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2026-10-03T16:19:53.7980000Z</dcterms:created>
  <dcterms:modified xsi:type="dcterms:W3CDTF">2026-10-03T16:19:53.7980000Z</dcterms:modified>
</coreProperties>
</file>