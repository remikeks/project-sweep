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9d9bd4134e42de" /><Relationship Type="http://schemas.openxmlformats.org/officeDocument/2006/relationships/extended-properties" Target="/docProps/app.xml" Id="Rd8e7492af6104a11" /><Relationship Type="http://schemas.openxmlformats.org/officeDocument/2006/relationships/officeDocument" Target="/ppt/presentation.xml" Id="R063cef371d274ba9" /></Relationships>
</file>

<file path=ppt/presentation.xml><?xml version="1.0" encoding="utf-8"?>
<p:presentation xmlns:p="http://schemas.openxmlformats.org/presentationml/2006/main">
  <p:sldMasterIdLst>
    <p:sldMasterId xmlns:r="http://schemas.openxmlformats.org/officeDocument/2006/relationships" id="2147483648" r:id="R7c391459d6f74e7f"/>
  </p:sldMasterIdLst>
  <p:notesMasterIdLst>
    <p:notesMasterId xmlns:r="http://schemas.openxmlformats.org/officeDocument/2006/relationships" r:id="R940f2a05b5984126"/>
  </p:notesMasterIdLst>
  <p:sldIdLst>
    <p:sldId xmlns:r="http://schemas.openxmlformats.org/officeDocument/2006/relationships" id="256" r:id="Re9b812ace91c4a84"/>
    <p:sldId xmlns:r="http://schemas.openxmlformats.org/officeDocument/2006/relationships" id="257" r:id="Rffdbab0cf7184789"/>
    <p:sldId xmlns:r="http://schemas.openxmlformats.org/officeDocument/2006/relationships" id="258" r:id="Rde9a7d74a06d4c8e"/>
    <p:sldId xmlns:r="http://schemas.openxmlformats.org/officeDocument/2006/relationships" id="259" r:id="R12c988ee19654bf1"/>
    <p:sldId xmlns:r="http://schemas.openxmlformats.org/officeDocument/2006/relationships" id="260" r:id="Raef5ac9d9fd748a9"/>
    <p:sldId xmlns:r="http://schemas.openxmlformats.org/officeDocument/2006/relationships" id="261" r:id="R7ecce7bfc9914b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37b340dee94b4c" /><Relationship Type="http://schemas.openxmlformats.org/officeDocument/2006/relationships/slideMaster" Target="/ppt/slideMasters/slideMaster1.xml" Id="R7c391459d6f74e7f" /><Relationship Type="http://schemas.openxmlformats.org/officeDocument/2006/relationships/notesMaster" Target="/ppt/notesMasters/notesMaster1.xml" Id="R940f2a05b5984126" /><Relationship Type="http://schemas.openxmlformats.org/officeDocument/2006/relationships/presProps" Target="/ppt/presProps.xml" Id="R77a058f61daf4807" /><Relationship Type="http://schemas.openxmlformats.org/officeDocument/2006/relationships/tableStyles" Target="/ppt/tableStyles.xml" Id="Rb5c26ca5e7bb461d" /><Relationship Type="http://schemas.openxmlformats.org/officeDocument/2006/relationships/slide" Target="/ppt/slides/slide1.xml" Id="Re9b812ace91c4a84" /><Relationship Type="http://schemas.openxmlformats.org/officeDocument/2006/relationships/slide" Target="/ppt/slides/slide2.xml" Id="Rffdbab0cf7184789" /><Relationship Type="http://schemas.openxmlformats.org/officeDocument/2006/relationships/slide" Target="/ppt/slides/slide3.xml" Id="Rde9a7d74a06d4c8e" /><Relationship Type="http://schemas.openxmlformats.org/officeDocument/2006/relationships/slide" Target="/ppt/slides/slide4.xml" Id="R12c988ee19654bf1" /><Relationship Type="http://schemas.openxmlformats.org/officeDocument/2006/relationships/slide" Target="/ppt/slides/slide5.xml" Id="Raef5ac9d9fd748a9" /><Relationship Type="http://schemas.openxmlformats.org/officeDocument/2006/relationships/slide" Target="/ppt/slides/slide6.xml" Id="R7ecce7bfc9914b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b766b3160742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bdbe0b190d4fec" /><Relationship Type="http://schemas.openxmlformats.org/officeDocument/2006/relationships/notesMaster" Target="/ppt/notesMasters/notesMaster1.xml" Id="Rc20a4471c0c047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6b64babf1e4688" /><Relationship Type="http://schemas.openxmlformats.org/officeDocument/2006/relationships/notesMaster" Target="/ppt/notesMasters/notesMaster1.xml" Id="R5b103eab08d740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7fc57b1d1b4f3e" /><Relationship Type="http://schemas.openxmlformats.org/officeDocument/2006/relationships/notesMaster" Target="/ppt/notesMasters/notesMaster1.xml" Id="Rcc1dacfe5a074c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632919004d458d" /><Relationship Type="http://schemas.openxmlformats.org/officeDocument/2006/relationships/notesMaster" Target="/ppt/notesMasters/notesMaster1.xml" Id="Rd31783fd47a741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e63b7a72c348df" /><Relationship Type="http://schemas.openxmlformats.org/officeDocument/2006/relationships/notesMaster" Target="/ppt/notesMasters/notesMaster1.xml" Id="R2c0524b982954a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49e06323ad43b3" /><Relationship Type="http://schemas.openxmlformats.org/officeDocument/2006/relationships/notesMaster" Target="/ppt/notesMasters/notesMaster1.xml" Id="R19901d5f446f4f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e04b566eb14c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0170adcf274bbe" /><Relationship Type="http://schemas.openxmlformats.org/officeDocument/2006/relationships/slideLayout" Target="/ppt/slideLayouts/slideLayout1.xml" Id="R72bec9de13f947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bec9de13f947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7bb92fca074206" /><Relationship Type="http://schemas.openxmlformats.org/officeDocument/2006/relationships/image" Target="/ppt/media/image.png" Id="R0969b7017e2941c1" /><Relationship Type="http://schemas.openxmlformats.org/officeDocument/2006/relationships/notesSlide" Target="/ppt/notesSlides/notesSlide1.xml" Id="R7b9575c85a014a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d03fd011f94c21" /><Relationship Type="http://schemas.openxmlformats.org/officeDocument/2006/relationships/notesSlide" Target="/ppt/notesSlides/notesSlide2.xml" Id="Rcd6209884fbc4f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d3f5409c2e4eb2" /><Relationship Type="http://schemas.openxmlformats.org/officeDocument/2006/relationships/notesSlide" Target="/ppt/notesSlides/notesSlide3.xml" Id="Re805ed8b821549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35ec4b02ca444d" /><Relationship Type="http://schemas.openxmlformats.org/officeDocument/2006/relationships/notesSlide" Target="/ppt/notesSlides/notesSlide4.xml" Id="R2d2847eb140e4c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46e3fdde99542e2" /><Relationship Type="http://schemas.openxmlformats.org/officeDocument/2006/relationships/notesSlide" Target="/ppt/notesSlides/notesSlide5.xml" Id="R14e57da7427942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f21cc0643b46d8" /><Relationship Type="http://schemas.openxmlformats.org/officeDocument/2006/relationships/notesSlide" Target="/ppt/notesSlides/notesSlide6.xml" Id="R6f090da30df04af1"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0969b7017e2941c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43A607-F95D-43A2-91C6-0FF989EA36B1}"/>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Family Preservation &amp; Kinship Care</a:t>
            </a:r>
          </a:p>
        </p:txBody>
      </p:sp>
      <p:sp>
        <p:nvSpPr>
          <p:cNvPr id="3" name="">
            <a:extLst xmlns:a="http://schemas.openxmlformats.org/drawingml/2006/main">
              <a:ext uri="{FF2B5EF4-FFF2-40B4-BE49-F238E27FC236}">
                <a16:creationId xmlns:a16="http://schemas.microsoft.com/office/drawing/2014/main" id="{FB8812ED-AD42-425E-9C2A-B611768F07C0}"/>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Child &amp; Family Welfare</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5AD38265-9F21-445E-B57D-C3ADFB38D30E}"/>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422133470"/>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212A95-A876-445A-BF2F-1697843FFD42}"/>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3F7CD5BE-A292-4C7E-83BA-2E0B284710F6}"/>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Plan safe, strengths-based support that preserves family relationships whenever appropriate.</a:t>
            </a:r>
          </a:p>
        </p:txBody>
      </p:sp>
      <p:sp>
        <p:nvSpPr>
          <p:cNvPr id="3" name="">
            <a:extLst xmlns:a="http://schemas.openxmlformats.org/drawingml/2006/main">
              <a:ext uri="{FF2B5EF4-FFF2-40B4-BE49-F238E27FC236}">
                <a16:creationId xmlns:a16="http://schemas.microsoft.com/office/drawing/2014/main" id="{3C7E3802-D8CE-4FCD-97D4-3E95E80F9BF9}"/>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BB97A5A8-F288-47D7-A80A-7C158F2D2C69}"/>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3D9C75AC-06DE-4A35-AAF8-362DDCAC4404}"/>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C160E483-B6DE-416A-96A7-DA871E94822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3720024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3BAA9C-E573-4C72-99F5-A1B4093E697C}"/>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59FEECBF-D7B4-48E0-81BE-382142111887}"/>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Family-centred assessment</a:t>
            </a:r>
          </a:p>
        </p:txBody>
      </p:sp>
      <p:sp>
        <p:nvSpPr>
          <p:cNvPr id="3" name="">
            <a:extLst xmlns:a="http://schemas.openxmlformats.org/drawingml/2006/main">
              <a:ext uri="{FF2B5EF4-FFF2-40B4-BE49-F238E27FC236}">
                <a16:creationId xmlns:a16="http://schemas.microsoft.com/office/drawing/2014/main" id="{A4D3D235-C99B-4813-85E0-E5B20551B1ED}"/>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strengths, risks, culture, family networks, and child voice</a:t>
            </a:r>
          </a:p>
        </p:txBody>
      </p:sp>
      <p:sp>
        <p:nvSpPr>
          <p:cNvPr id="4" name="">
            <a:extLst xmlns:a="http://schemas.openxmlformats.org/drawingml/2006/main">
              <a:ext uri="{FF2B5EF4-FFF2-40B4-BE49-F238E27FC236}">
                <a16:creationId xmlns:a16="http://schemas.microsoft.com/office/drawing/2014/main" id="{FBCFAC8C-B753-4CC6-96FC-B3FEDF119D3B}"/>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strengths, risks, culture, family networks, and child voice.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838F294D-1543-427C-9DF3-81F6F535AC73}"/>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3A2242D-4E26-49BD-A1F4-7B7F402212CE}"/>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6BCDECE7-5C8E-43AB-9773-8FC2F46AD29B}"/>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7770460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2EC869-19A8-4DC4-8E5C-87FBADFD46B8}"/>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A0C0D2EB-4427-4461-9ECE-FFE3B345D39B}"/>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Preservation and safety planning</a:t>
            </a:r>
          </a:p>
        </p:txBody>
      </p:sp>
      <p:sp>
        <p:nvSpPr>
          <p:cNvPr id="3" name="">
            <a:extLst xmlns:a="http://schemas.openxmlformats.org/drawingml/2006/main">
              <a:ext uri="{FF2B5EF4-FFF2-40B4-BE49-F238E27FC236}">
                <a16:creationId xmlns:a16="http://schemas.microsoft.com/office/drawing/2014/main" id="{9CDA9FEF-413A-44ED-B62C-2D1EA1B8D2D0}"/>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in-home services, measurable safety plans, crisis support, and review points</a:t>
            </a:r>
          </a:p>
        </p:txBody>
      </p:sp>
      <p:sp>
        <p:nvSpPr>
          <p:cNvPr id="4" name="">
            <a:extLst xmlns:a="http://schemas.openxmlformats.org/drawingml/2006/main">
              <a:ext uri="{FF2B5EF4-FFF2-40B4-BE49-F238E27FC236}">
                <a16:creationId xmlns:a16="http://schemas.microsoft.com/office/drawing/2014/main" id="{3EA7430F-C03C-4E7F-B070-C707FA965425}"/>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in-home services, measurable safety plans, crisis support, and review points.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87D009BC-E60E-488C-9C08-8BDA2FEEA251}"/>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914E0933-B753-4F99-A79D-316B4BF1B182}"/>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295F9B87-185C-4BA3-A51E-92CD460FB6F6}"/>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5160117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A6C1EF-10F5-4842-881C-A61D05861A7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2CD0C64B-E342-4DCB-A8D1-5D3EC73CE7B6}"/>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Kinship care practice</a:t>
            </a:r>
          </a:p>
        </p:txBody>
      </p:sp>
      <p:sp>
        <p:nvSpPr>
          <p:cNvPr id="3" name="">
            <a:extLst xmlns:a="http://schemas.openxmlformats.org/drawingml/2006/main">
              <a:ext uri="{FF2B5EF4-FFF2-40B4-BE49-F238E27FC236}">
                <a16:creationId xmlns:a16="http://schemas.microsoft.com/office/drawing/2014/main" id="{D2A16B44-7C28-40DD-9F4A-BEEB8470E69D}"/>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identifying kin, caregiver assessment, support needs, contact planning, and permanency review</a:t>
            </a:r>
          </a:p>
        </p:txBody>
      </p:sp>
      <p:sp>
        <p:nvSpPr>
          <p:cNvPr id="4" name="">
            <a:extLst xmlns:a="http://schemas.openxmlformats.org/drawingml/2006/main">
              <a:ext uri="{FF2B5EF4-FFF2-40B4-BE49-F238E27FC236}">
                <a16:creationId xmlns:a16="http://schemas.microsoft.com/office/drawing/2014/main" id="{43FE3D9D-D012-4394-8EC8-093D87BBB606}"/>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identifying kin, caregiver assessment, support needs, contact planning, and permanency review.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BAD87B92-B501-409E-B947-B9D41040ECB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F6276C07-7D0D-470B-8EED-F70D6ABBDA5E}"/>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48BD5F85-5552-4AF5-8F84-ED9FC49276D9}"/>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804889271"/>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D896C8-81D9-4E7C-B73F-CEBC3B7FE79B}"/>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9E689315-D4A0-49A2-95B8-4F95748B07AE}"/>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4B00BC42-8528-4005-9127-96731E857FE1}"/>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8777BE3F-BDF2-47ED-A8FF-45073E04C1A7}"/>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assessment</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safe preservation decisions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kinship support</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review criteria</a:t>
            </a:r>
          </a:p>
        </p:txBody>
      </p:sp>
      <p:sp>
        <p:nvSpPr>
          <p:cNvPr id="5" name="">
            <a:extLst xmlns:a="http://schemas.openxmlformats.org/drawingml/2006/main">
              <a:ext uri="{FF2B5EF4-FFF2-40B4-BE49-F238E27FC236}">
                <a16:creationId xmlns:a16="http://schemas.microsoft.com/office/drawing/2014/main" id="{46370BF8-3B37-4527-80A1-3E46D4D07F51}"/>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64D88260-FADD-4F73-ACBB-D59FBB19E806}"/>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FBDC88A2-69F6-4D9F-876F-510790111944}"/>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4001060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2026-10-03T16:20:02.6180000Z</dcterms:created>
  <dcterms:modified xsi:type="dcterms:W3CDTF">2026-10-03T16:20:02.6180000Z</dcterms:modified>
</coreProperties>
</file>