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7124b4d23245d2" /><Relationship Type="http://schemas.openxmlformats.org/officeDocument/2006/relationships/extended-properties" Target="/docProps/app.xml" Id="R2bf649c1516a4621" /><Relationship Type="http://schemas.openxmlformats.org/officeDocument/2006/relationships/officeDocument" Target="/ppt/presentation.xml" Id="R9948fea9e25a4826" /></Relationships>
</file>

<file path=ppt/presentation.xml><?xml version="1.0" encoding="utf-8"?>
<p:presentation xmlns:p="http://schemas.openxmlformats.org/presentationml/2006/main">
  <p:sldMasterIdLst>
    <p:sldMasterId xmlns:r="http://schemas.openxmlformats.org/officeDocument/2006/relationships" id="2147483648" r:id="R82e1be4aa5154524"/>
  </p:sldMasterIdLst>
  <p:notesMasterIdLst>
    <p:notesMasterId xmlns:r="http://schemas.openxmlformats.org/officeDocument/2006/relationships" r:id="R7bd2e30519354bf7"/>
  </p:notesMasterIdLst>
  <p:sldIdLst>
    <p:sldId xmlns:r="http://schemas.openxmlformats.org/officeDocument/2006/relationships" id="256" r:id="R953286c8013f474a"/>
    <p:sldId xmlns:r="http://schemas.openxmlformats.org/officeDocument/2006/relationships" id="257" r:id="R98257d9bf8364a0e"/>
    <p:sldId xmlns:r="http://schemas.openxmlformats.org/officeDocument/2006/relationships" id="258" r:id="Reb2b6373fe3f411d"/>
    <p:sldId xmlns:r="http://schemas.openxmlformats.org/officeDocument/2006/relationships" id="259" r:id="R36b96160490f46c7"/>
    <p:sldId xmlns:r="http://schemas.openxmlformats.org/officeDocument/2006/relationships" id="260" r:id="Rd0014afd2fd84d80"/>
    <p:sldId xmlns:r="http://schemas.openxmlformats.org/officeDocument/2006/relationships" id="261" r:id="Rb0885457fa434d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2ec2ec9eb34d48" /><Relationship Type="http://schemas.openxmlformats.org/officeDocument/2006/relationships/slideMaster" Target="/ppt/slideMasters/slideMaster1.xml" Id="R82e1be4aa5154524" /><Relationship Type="http://schemas.openxmlformats.org/officeDocument/2006/relationships/notesMaster" Target="/ppt/notesMasters/notesMaster1.xml" Id="R7bd2e30519354bf7" /><Relationship Type="http://schemas.openxmlformats.org/officeDocument/2006/relationships/presProps" Target="/ppt/presProps.xml" Id="R2a2d3f528529442f" /><Relationship Type="http://schemas.openxmlformats.org/officeDocument/2006/relationships/tableStyles" Target="/ppt/tableStyles.xml" Id="R9e529920a6124b43" /><Relationship Type="http://schemas.openxmlformats.org/officeDocument/2006/relationships/slide" Target="/ppt/slides/slide1.xml" Id="R953286c8013f474a" /><Relationship Type="http://schemas.openxmlformats.org/officeDocument/2006/relationships/slide" Target="/ppt/slides/slide2.xml" Id="R98257d9bf8364a0e" /><Relationship Type="http://schemas.openxmlformats.org/officeDocument/2006/relationships/slide" Target="/ppt/slides/slide3.xml" Id="Reb2b6373fe3f411d" /><Relationship Type="http://schemas.openxmlformats.org/officeDocument/2006/relationships/slide" Target="/ppt/slides/slide4.xml" Id="R36b96160490f46c7" /><Relationship Type="http://schemas.openxmlformats.org/officeDocument/2006/relationships/slide" Target="/ppt/slides/slide5.xml" Id="Rd0014afd2fd84d80" /><Relationship Type="http://schemas.openxmlformats.org/officeDocument/2006/relationships/slide" Target="/ppt/slides/slide6.xml" Id="Rb0885457fa434d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7be2d0a3fe48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9e337eae0043cd" /><Relationship Type="http://schemas.openxmlformats.org/officeDocument/2006/relationships/notesMaster" Target="/ppt/notesMasters/notesMaster1.xml" Id="R807825ae52b142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869e41a919458b" /><Relationship Type="http://schemas.openxmlformats.org/officeDocument/2006/relationships/notesMaster" Target="/ppt/notesMasters/notesMaster1.xml" Id="Ra06c9fcede9947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fed49efb8540a6" /><Relationship Type="http://schemas.openxmlformats.org/officeDocument/2006/relationships/notesMaster" Target="/ppt/notesMasters/notesMaster1.xml" Id="R72e8505f58684f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a1cd55323e4e8a" /><Relationship Type="http://schemas.openxmlformats.org/officeDocument/2006/relationships/notesMaster" Target="/ppt/notesMasters/notesMaster1.xml" Id="R0d7c0a6487df46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999c1c807b461b" /><Relationship Type="http://schemas.openxmlformats.org/officeDocument/2006/relationships/notesMaster" Target="/ppt/notesMasters/notesMaster1.xml" Id="R975e9a16f7804d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22500a9fb244b4" /><Relationship Type="http://schemas.openxmlformats.org/officeDocument/2006/relationships/notesMaster" Target="/ppt/notesMasters/notesMaster1.xml" Id="R574bcc100d304d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4e20ae605947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b9b0a652cc44a9" /><Relationship Type="http://schemas.openxmlformats.org/officeDocument/2006/relationships/slideLayout" Target="/ppt/slideLayouts/slideLayout1.xml" Id="Rb10c2aba630c4e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0c2aba630c4e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5232bc8ff046ac" /><Relationship Type="http://schemas.openxmlformats.org/officeDocument/2006/relationships/image" Target="/ppt/media/image.png" Id="Rfe63a8ad2ccf4711" /><Relationship Type="http://schemas.openxmlformats.org/officeDocument/2006/relationships/notesSlide" Target="/ppt/notesSlides/notesSlide1.xml" Id="Rf8d1f19d933a4b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cb8cea1784407f" /><Relationship Type="http://schemas.openxmlformats.org/officeDocument/2006/relationships/notesSlide" Target="/ppt/notesSlides/notesSlide2.xml" Id="Ra12de2c84f0d48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adac36fc544d61" /><Relationship Type="http://schemas.openxmlformats.org/officeDocument/2006/relationships/notesSlide" Target="/ppt/notesSlides/notesSlide3.xml" Id="R204719fb77f849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e7c815603f4a0b" /><Relationship Type="http://schemas.openxmlformats.org/officeDocument/2006/relationships/notesSlide" Target="/ppt/notesSlides/notesSlide4.xml" Id="R07e144382ccd47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5ab632ce2448ee" /><Relationship Type="http://schemas.openxmlformats.org/officeDocument/2006/relationships/notesSlide" Target="/ppt/notesSlides/notesSlide5.xml" Id="Ra620ef42217642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cebc249c58424d" /><Relationship Type="http://schemas.openxmlformats.org/officeDocument/2006/relationships/notesSlide" Target="/ppt/notesSlides/notesSlide6.xml" Id="R459c6a1698234d31"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fe63a8ad2ccf471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87D935-E1DC-4D30-B4F1-EA019A2666FC}"/>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Permanency Planning &amp; Reunification</a:t>
            </a:r>
          </a:p>
        </p:txBody>
      </p:sp>
      <p:sp>
        <p:nvSpPr>
          <p:cNvPr id="3" name="">
            <a:extLst xmlns:a="http://schemas.openxmlformats.org/drawingml/2006/main">
              <a:ext uri="{FF2B5EF4-FFF2-40B4-BE49-F238E27FC236}">
                <a16:creationId xmlns:a16="http://schemas.microsoft.com/office/drawing/2014/main" id="{DB7E0495-0BFB-46E9-86AF-C889A8F990DA}"/>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Child &amp; Family Welfare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5E53E8E3-A267-4C6B-BD2C-C3705849F6FD}"/>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2058371851"/>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011E09-5D2B-4F20-A918-D6F633F44799}"/>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65ED149E-33E8-4A0E-BB9F-714A81B38071}"/>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Develop timely, child-centred permanency plans and assess reunification readiness.</a:t>
            </a:r>
          </a:p>
        </p:txBody>
      </p:sp>
      <p:sp>
        <p:nvSpPr>
          <p:cNvPr id="3" name="">
            <a:extLst xmlns:a="http://schemas.openxmlformats.org/drawingml/2006/main">
              <a:ext uri="{FF2B5EF4-FFF2-40B4-BE49-F238E27FC236}">
                <a16:creationId xmlns:a16="http://schemas.microsoft.com/office/drawing/2014/main" id="{5758801B-75DC-4049-8933-EF484741DB4A}"/>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A6F86314-EC3C-4862-A51E-9280C9D26CA9}"/>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09B487DC-924E-4308-AB19-673087AB7E1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06904A79-132A-487B-B2DD-5050CB63240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8562675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364731-7509-4094-8B09-C5E61D9CDFE5}"/>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46BFDFFF-B5EA-4619-B65B-96F06597904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Permanency principles</a:t>
            </a:r>
          </a:p>
        </p:txBody>
      </p:sp>
      <p:sp>
        <p:nvSpPr>
          <p:cNvPr id="3" name="">
            <a:extLst xmlns:a="http://schemas.openxmlformats.org/drawingml/2006/main">
              <a:ext uri="{FF2B5EF4-FFF2-40B4-BE49-F238E27FC236}">
                <a16:creationId xmlns:a16="http://schemas.microsoft.com/office/drawing/2014/main" id="{CE76FC05-20E3-4271-8944-03864C77325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stability, attachment, timelines, child participation, and concurrent planning</a:t>
            </a:r>
          </a:p>
        </p:txBody>
      </p:sp>
      <p:sp>
        <p:nvSpPr>
          <p:cNvPr id="4" name="">
            <a:extLst xmlns:a="http://schemas.openxmlformats.org/drawingml/2006/main">
              <a:ext uri="{FF2B5EF4-FFF2-40B4-BE49-F238E27FC236}">
                <a16:creationId xmlns:a16="http://schemas.microsoft.com/office/drawing/2014/main" id="{21ED5F66-4C9D-4DC4-8B6D-6EBF669605A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stability, attachment, timelines, child participation, and concurrent planning.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EEC90FF5-88E9-4D4D-94BB-C426A60327A3}"/>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76CB81DE-B98C-49EB-86AB-A787D743380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A17857D-4657-4A69-AD0B-D8B1BE3D50F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6038094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5B46A6-30AD-4097-8715-0EBF15EAF32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DDEADA38-F7E5-4450-BAFD-A4299B9F480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Reunification practice</a:t>
            </a:r>
          </a:p>
        </p:txBody>
      </p:sp>
      <p:sp>
        <p:nvSpPr>
          <p:cNvPr id="3" name="">
            <a:extLst xmlns:a="http://schemas.openxmlformats.org/drawingml/2006/main">
              <a:ext uri="{FF2B5EF4-FFF2-40B4-BE49-F238E27FC236}">
                <a16:creationId xmlns:a16="http://schemas.microsoft.com/office/drawing/2014/main" id="{C38ECC03-FD80-42F4-B742-8CC51CEB6363}"/>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readiness indicators, parent support, supervised contact, risk reassessment, and transition planning</a:t>
            </a:r>
          </a:p>
        </p:txBody>
      </p:sp>
      <p:sp>
        <p:nvSpPr>
          <p:cNvPr id="4" name="">
            <a:extLst xmlns:a="http://schemas.openxmlformats.org/drawingml/2006/main">
              <a:ext uri="{FF2B5EF4-FFF2-40B4-BE49-F238E27FC236}">
                <a16:creationId xmlns:a16="http://schemas.microsoft.com/office/drawing/2014/main" id="{DDC93151-63A5-444B-A71E-0DB561353A9E}"/>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readiness indicators, parent support, supervised contact, risk reassessment, and transition planning.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F777344C-1988-4A92-9256-13DD40C8A1C3}"/>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1CD78188-7374-41D7-B19F-1C74C4758961}"/>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6ED944E8-F5EE-413E-9C82-1AA28CB4EC5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3094840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800FF2-A194-4352-873A-6C340329931A}"/>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31562634-13A3-4A6A-8708-AB94191138F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Alternative permanency</a:t>
            </a:r>
          </a:p>
        </p:txBody>
      </p:sp>
      <p:sp>
        <p:nvSpPr>
          <p:cNvPr id="3" name="">
            <a:extLst xmlns:a="http://schemas.openxmlformats.org/drawingml/2006/main">
              <a:ext uri="{FF2B5EF4-FFF2-40B4-BE49-F238E27FC236}">
                <a16:creationId xmlns:a16="http://schemas.microsoft.com/office/drawing/2014/main" id="{8451294C-E692-4F7E-BA1D-97BF93516591}"/>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guardianship, adoption, long-term care, cultural continuity, and case review</a:t>
            </a:r>
          </a:p>
        </p:txBody>
      </p:sp>
      <p:sp>
        <p:nvSpPr>
          <p:cNvPr id="4" name="">
            <a:extLst xmlns:a="http://schemas.openxmlformats.org/drawingml/2006/main">
              <a:ext uri="{FF2B5EF4-FFF2-40B4-BE49-F238E27FC236}">
                <a16:creationId xmlns:a16="http://schemas.microsoft.com/office/drawing/2014/main" id="{90847AAD-1577-4AF1-9000-41932CB9F4CF}"/>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guardianship, adoption, long-term care, cultural continuity, and case review.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5A6A395-FFBA-42DF-817C-84956CA9CF8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81384F8C-403A-4B2E-8E83-62292072F2F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FF0B350-15F2-40CB-B8D3-F6ED3CA6CA6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505936312"/>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F6178F-A5C1-45A3-BF12-D2B1831C9A99}"/>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97BC4F7A-412E-4FD5-A9F2-8B381BC010C5}"/>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7DC60C50-3A22-4116-969D-0A39EA73B56B}"/>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3711A181-A16D-4024-862D-32EBD5B1C068}"/>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child-centred decision making</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concurrent planning</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readiness evidence</a:t>
            </a:r>
          </a:p>
        </p:txBody>
      </p:sp>
      <p:sp>
        <p:nvSpPr>
          <p:cNvPr id="5" name="">
            <a:extLst xmlns:a="http://schemas.openxmlformats.org/drawingml/2006/main">
              <a:ext uri="{FF2B5EF4-FFF2-40B4-BE49-F238E27FC236}">
                <a16:creationId xmlns:a16="http://schemas.microsoft.com/office/drawing/2014/main" id="{854DA65E-6917-41C8-BD8C-A3912FC87604}"/>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B4E7072C-A4BA-435B-8FF7-97CC5DE44FA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CD6E8343-C025-4AB9-B097-D2E3FB954EFE}"/>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210963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2026-10-03T16:20:12.4490000Z</dcterms:created>
  <dcterms:modified xsi:type="dcterms:W3CDTF">2026-10-03T16:20:12.4490000Z</dcterms:modified>
</coreProperties>
</file>