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d64e01dfe54bc2" /><Relationship Type="http://schemas.openxmlformats.org/officeDocument/2006/relationships/extended-properties" Target="/docProps/app.xml" Id="Rbdd627db3b6a47a9" /><Relationship Type="http://schemas.openxmlformats.org/officeDocument/2006/relationships/officeDocument" Target="/ppt/presentation.xml" Id="R9b488657a9a444ee" /></Relationships>
</file>

<file path=ppt/presentation.xml><?xml version="1.0" encoding="utf-8"?>
<p:presentation xmlns:p="http://schemas.openxmlformats.org/presentationml/2006/main">
  <p:sldMasterIdLst>
    <p:sldMasterId xmlns:r="http://schemas.openxmlformats.org/officeDocument/2006/relationships" id="2147483648" r:id="Rde89e49b56ba4314"/>
  </p:sldMasterIdLst>
  <p:notesMasterIdLst>
    <p:notesMasterId xmlns:r="http://schemas.openxmlformats.org/officeDocument/2006/relationships" r:id="Rc5dfbd05876c487f"/>
  </p:notesMasterIdLst>
  <p:sldIdLst>
    <p:sldId xmlns:r="http://schemas.openxmlformats.org/officeDocument/2006/relationships" id="256" r:id="Ra358a67e15844484"/>
    <p:sldId xmlns:r="http://schemas.openxmlformats.org/officeDocument/2006/relationships" id="257" r:id="R4545d9a28e37400a"/>
    <p:sldId xmlns:r="http://schemas.openxmlformats.org/officeDocument/2006/relationships" id="258" r:id="Rb9aef7888b884314"/>
    <p:sldId xmlns:r="http://schemas.openxmlformats.org/officeDocument/2006/relationships" id="259" r:id="R130aa4d23721495f"/>
    <p:sldId xmlns:r="http://schemas.openxmlformats.org/officeDocument/2006/relationships" id="260" r:id="R0ab37dd8b19947c6"/>
    <p:sldId xmlns:r="http://schemas.openxmlformats.org/officeDocument/2006/relationships" id="261" r:id="R16aff7c129e540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6e1c1a5e2b4b6e" /><Relationship Type="http://schemas.openxmlformats.org/officeDocument/2006/relationships/slideMaster" Target="/ppt/slideMasters/slideMaster1.xml" Id="Rde89e49b56ba4314" /><Relationship Type="http://schemas.openxmlformats.org/officeDocument/2006/relationships/notesMaster" Target="/ppt/notesMasters/notesMaster1.xml" Id="Rc5dfbd05876c487f" /><Relationship Type="http://schemas.openxmlformats.org/officeDocument/2006/relationships/presProps" Target="/ppt/presProps.xml" Id="R2bfd94c159f54531" /><Relationship Type="http://schemas.openxmlformats.org/officeDocument/2006/relationships/tableStyles" Target="/ppt/tableStyles.xml" Id="Ra6f24d5d22c544be" /><Relationship Type="http://schemas.openxmlformats.org/officeDocument/2006/relationships/slide" Target="/ppt/slides/slide1.xml" Id="Ra358a67e15844484" /><Relationship Type="http://schemas.openxmlformats.org/officeDocument/2006/relationships/slide" Target="/ppt/slides/slide2.xml" Id="R4545d9a28e37400a" /><Relationship Type="http://schemas.openxmlformats.org/officeDocument/2006/relationships/slide" Target="/ppt/slides/slide3.xml" Id="Rb9aef7888b884314" /><Relationship Type="http://schemas.openxmlformats.org/officeDocument/2006/relationships/slide" Target="/ppt/slides/slide4.xml" Id="R130aa4d23721495f" /><Relationship Type="http://schemas.openxmlformats.org/officeDocument/2006/relationships/slide" Target="/ppt/slides/slide5.xml" Id="R0ab37dd8b19947c6" /><Relationship Type="http://schemas.openxmlformats.org/officeDocument/2006/relationships/slide" Target="/ppt/slides/slide6.xml" Id="R16aff7c129e540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af86b5b7b94c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cd014650dd4b3b" /><Relationship Type="http://schemas.openxmlformats.org/officeDocument/2006/relationships/notesMaster" Target="/ppt/notesMasters/notesMaster1.xml" Id="R47a26d3cebea46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5f1295376e4c8e" /><Relationship Type="http://schemas.openxmlformats.org/officeDocument/2006/relationships/notesMaster" Target="/ppt/notesMasters/notesMaster1.xml" Id="R3ef11ba0f2fb42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a16e2108514193" /><Relationship Type="http://schemas.openxmlformats.org/officeDocument/2006/relationships/notesMaster" Target="/ppt/notesMasters/notesMaster1.xml" Id="R7f86ee82784a42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95fe0719b54e63" /><Relationship Type="http://schemas.openxmlformats.org/officeDocument/2006/relationships/notesMaster" Target="/ppt/notesMasters/notesMaster1.xml" Id="Rff200342dbcd44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af458af21341c3" /><Relationship Type="http://schemas.openxmlformats.org/officeDocument/2006/relationships/notesMaster" Target="/ppt/notesMasters/notesMaster1.xml" Id="R205f5eb280b240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e82898af4042db" /><Relationship Type="http://schemas.openxmlformats.org/officeDocument/2006/relationships/notesMaster" Target="/ppt/notesMasters/notesMaster1.xml" Id="R4f9a04e0e12c41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3452d8fe4c44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c95ba9299d42f4" /><Relationship Type="http://schemas.openxmlformats.org/officeDocument/2006/relationships/slideLayout" Target="/ppt/slideLayouts/slideLayout1.xml" Id="R8b6bd4e8c0604e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6bd4e8c0604e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69711e0aee4067" /><Relationship Type="http://schemas.openxmlformats.org/officeDocument/2006/relationships/image" Target="/ppt/media/image.png" Id="R8ecf0747a7c04fc8" /><Relationship Type="http://schemas.openxmlformats.org/officeDocument/2006/relationships/notesSlide" Target="/ppt/notesSlides/notesSlide1.xml" Id="R9d6c92d290d844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d112db9a5f4d70" /><Relationship Type="http://schemas.openxmlformats.org/officeDocument/2006/relationships/notesSlide" Target="/ppt/notesSlides/notesSlide2.xml" Id="R22e53a4a483b49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550d8a7e1b40e2" /><Relationship Type="http://schemas.openxmlformats.org/officeDocument/2006/relationships/notesSlide" Target="/ppt/notesSlides/notesSlide3.xml" Id="R49a57c9b6b084d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2e6014f05a4848" /><Relationship Type="http://schemas.openxmlformats.org/officeDocument/2006/relationships/notesSlide" Target="/ppt/notesSlides/notesSlide4.xml" Id="R8e314519f6cf4d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cc0ae633704a4d" /><Relationship Type="http://schemas.openxmlformats.org/officeDocument/2006/relationships/notesSlide" Target="/ppt/notesSlides/notesSlide5.xml" Id="R52de67f3c7fd42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b33908d1a34e49" /><Relationship Type="http://schemas.openxmlformats.org/officeDocument/2006/relationships/notesSlide" Target="/ppt/notesSlides/notesSlide6.xml" Id="R986ae2ca23b64805"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ecf0747a7c04fc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899767-6384-4D32-8090-BC0AA11158F7}"/>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Biopsychosocial Assessment</a:t>
            </a:r>
          </a:p>
        </p:txBody>
      </p:sp>
      <p:sp>
        <p:nvSpPr>
          <p:cNvPr id="3" name="">
            <a:extLst xmlns:a="http://schemas.openxmlformats.org/drawingml/2006/main">
              <a:ext uri="{FF2B5EF4-FFF2-40B4-BE49-F238E27FC236}">
                <a16:creationId xmlns:a16="http://schemas.microsoft.com/office/drawing/2014/main" id="{1A375EBA-21E9-47E5-B6A7-70AD7BB58410}"/>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Mental Health &amp; Clinical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970C82E9-CAA8-4EB8-B7ED-E2DF8703112B}"/>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754056058"/>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70FC37-E205-4CAF-ABAF-1ABDAB6DAA85}"/>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B776A0B3-B2CD-4756-B67B-DA90964DE9D2}"/>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Conduct a collaborative, ethical whole-person assessment and formulate priority needs.</a:t>
            </a:r>
          </a:p>
        </p:txBody>
      </p:sp>
      <p:sp>
        <p:nvSpPr>
          <p:cNvPr id="3" name="">
            <a:extLst xmlns:a="http://schemas.openxmlformats.org/drawingml/2006/main">
              <a:ext uri="{FF2B5EF4-FFF2-40B4-BE49-F238E27FC236}">
                <a16:creationId xmlns:a16="http://schemas.microsoft.com/office/drawing/2014/main" id="{1E727539-11E5-4484-9F55-D5ED42DD0EF3}"/>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03F791AC-4358-4524-8DBF-F36BCC3DEE1C}"/>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44E8CC63-4DF6-49C6-9486-235E3325215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45D44137-8A42-4CBA-B8E3-DE0FF93D96B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3521252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39BB55-2F74-48F5-B78B-A87D8086925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FB5FE2F7-45C0-48C3-BB83-E200D7109558}"/>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17BEC180-67C7-4BC0-9FC0-42D54ABE29D3}"/>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engagement, consent, presenting concerns, biological/psychological/social domains, and strengths</a:t>
            </a:r>
          </a:p>
        </p:txBody>
      </p:sp>
      <p:sp>
        <p:nvSpPr>
          <p:cNvPr id="4" name="">
            <a:extLst xmlns:a="http://schemas.openxmlformats.org/drawingml/2006/main">
              <a:ext uri="{FF2B5EF4-FFF2-40B4-BE49-F238E27FC236}">
                <a16:creationId xmlns:a16="http://schemas.microsoft.com/office/drawing/2014/main" id="{85AB4750-88E5-46C7-B4E4-63E05DAE031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engagement, consent, presenting concerns, biological/psychological/social domains, and strengths.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BAD5CE2-C535-4828-A6E4-B0F043251F5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AB607F4A-6D2B-4030-8004-2740D29EC00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06311E4-EF23-4D75-8743-23541E6468E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5530869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9EB7D9-0373-441C-B49C-26876D1D8F2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6209884A-F35A-4CE9-862F-ADD96C7783A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Risk and formulation</a:t>
            </a:r>
          </a:p>
        </p:txBody>
      </p:sp>
      <p:sp>
        <p:nvSpPr>
          <p:cNvPr id="3" name="">
            <a:extLst xmlns:a="http://schemas.openxmlformats.org/drawingml/2006/main">
              <a:ext uri="{FF2B5EF4-FFF2-40B4-BE49-F238E27FC236}">
                <a16:creationId xmlns:a16="http://schemas.microsoft.com/office/drawing/2014/main" id="{427A1D4F-7BB8-4FAB-8D5D-6BE4CBD712E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mental-state observation, suicide/self-harm and safeguarding screening, cultural humility, and formulation</a:t>
            </a:r>
          </a:p>
        </p:txBody>
      </p:sp>
      <p:sp>
        <p:nvSpPr>
          <p:cNvPr id="4" name="">
            <a:extLst xmlns:a="http://schemas.openxmlformats.org/drawingml/2006/main">
              <a:ext uri="{FF2B5EF4-FFF2-40B4-BE49-F238E27FC236}">
                <a16:creationId xmlns:a16="http://schemas.microsoft.com/office/drawing/2014/main" id="{934111A8-EE93-4CDF-AF57-FE0C829F785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mental-state observation, suicide/self-harm and safeguarding screening, cultural humility, and formulation.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98FE2CCA-153D-4C8E-BED4-93B3BBCD9C39}"/>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64E08EE-AB76-41AD-8D36-55867230832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92957AB-B68A-40B5-995D-0BDB843D20C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4169798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3CD6EE-792D-4458-835A-B4E6E67F25A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F622445B-79CB-4EAE-B433-C05362BABE6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From assessment to plan</a:t>
            </a:r>
          </a:p>
        </p:txBody>
      </p:sp>
      <p:sp>
        <p:nvSpPr>
          <p:cNvPr id="3" name="">
            <a:extLst xmlns:a="http://schemas.openxmlformats.org/drawingml/2006/main">
              <a:ext uri="{FF2B5EF4-FFF2-40B4-BE49-F238E27FC236}">
                <a16:creationId xmlns:a16="http://schemas.microsoft.com/office/drawing/2014/main" id="{528CF6C9-9E4E-4172-9E17-826B76AABBD8}"/>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goals, referrals, documentation, review, and simulated intake</a:t>
            </a:r>
          </a:p>
        </p:txBody>
      </p:sp>
      <p:sp>
        <p:nvSpPr>
          <p:cNvPr id="4" name="">
            <a:extLst xmlns:a="http://schemas.openxmlformats.org/drawingml/2006/main">
              <a:ext uri="{FF2B5EF4-FFF2-40B4-BE49-F238E27FC236}">
                <a16:creationId xmlns:a16="http://schemas.microsoft.com/office/drawing/2014/main" id="{EC59BDC1-52C3-46F2-A59D-B739EF8D2C2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goals, referrals, documentation, review, and simulated intake.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69000D3-9179-4F2C-9C05-6F100A8918E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66829F1E-F1F0-454E-BA8D-5DCB98254E9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2CC0A00-A3AA-4C7E-B20E-7D9EFC54452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469614526"/>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E8B723-BE4C-40BA-A7DA-E62522D2F307}"/>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7CAE90ED-C8E1-411E-860F-761935F7E8A7}"/>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9E42D30A-929F-43E2-A0B9-B441C175C86D}"/>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0067A1B1-047A-4B83-97EC-1F5F7B1BC8DE}"/>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domains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risk escalation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formulation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documentation</a:t>
            </a:r>
          </a:p>
        </p:txBody>
      </p:sp>
      <p:sp>
        <p:nvSpPr>
          <p:cNvPr id="5" name="">
            <a:extLst xmlns:a="http://schemas.openxmlformats.org/drawingml/2006/main">
              <a:ext uri="{FF2B5EF4-FFF2-40B4-BE49-F238E27FC236}">
                <a16:creationId xmlns:a16="http://schemas.microsoft.com/office/drawing/2014/main" id="{91219444-FFDD-409F-96D9-380923F7641A}"/>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BE9BB61D-0274-4656-8318-0A35A12794D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4DDA1B0-94F4-45E5-8DC0-87BC46243F9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487565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2026-10-03T16:20:22.2560000Z</dcterms:created>
  <dcterms:modified xsi:type="dcterms:W3CDTF">2026-10-03T16:20:22.2560000Z</dcterms:modified>
</coreProperties>
</file>