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1475fb17bf4590" /><Relationship Type="http://schemas.openxmlformats.org/officeDocument/2006/relationships/extended-properties" Target="/docProps/app.xml" Id="R3eb68d7163a1431e" /><Relationship Type="http://schemas.openxmlformats.org/officeDocument/2006/relationships/officeDocument" Target="/ppt/presentation.xml" Id="R79ea4ad06cd04ee2" /></Relationships>
</file>

<file path=ppt/presentation.xml><?xml version="1.0" encoding="utf-8"?>
<p:presentation xmlns:p="http://schemas.openxmlformats.org/presentationml/2006/main">
  <p:sldMasterIdLst>
    <p:sldMasterId xmlns:r="http://schemas.openxmlformats.org/officeDocument/2006/relationships" id="2147483648" r:id="Rf9ff8ca72e364182"/>
  </p:sldMasterIdLst>
  <p:notesMasterIdLst>
    <p:notesMasterId xmlns:r="http://schemas.openxmlformats.org/officeDocument/2006/relationships" r:id="R91b623e96cba439a"/>
  </p:notesMasterIdLst>
  <p:sldIdLst>
    <p:sldId xmlns:r="http://schemas.openxmlformats.org/officeDocument/2006/relationships" id="256" r:id="R6c948a98ba894436"/>
    <p:sldId xmlns:r="http://schemas.openxmlformats.org/officeDocument/2006/relationships" id="257" r:id="R6c36c4bb766e46fe"/>
    <p:sldId xmlns:r="http://schemas.openxmlformats.org/officeDocument/2006/relationships" id="258" r:id="R75746efe1b4b4ee3"/>
    <p:sldId xmlns:r="http://schemas.openxmlformats.org/officeDocument/2006/relationships" id="259" r:id="Re720ccd81c7141ac"/>
    <p:sldId xmlns:r="http://schemas.openxmlformats.org/officeDocument/2006/relationships" id="260" r:id="Rdabf8855eb174ac9"/>
    <p:sldId xmlns:r="http://schemas.openxmlformats.org/officeDocument/2006/relationships" id="261" r:id="Re78bd926d9e144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3b2635ca30481a" /><Relationship Type="http://schemas.openxmlformats.org/officeDocument/2006/relationships/slideMaster" Target="/ppt/slideMasters/slideMaster1.xml" Id="Rf9ff8ca72e364182" /><Relationship Type="http://schemas.openxmlformats.org/officeDocument/2006/relationships/notesMaster" Target="/ppt/notesMasters/notesMaster1.xml" Id="R91b623e96cba439a" /><Relationship Type="http://schemas.openxmlformats.org/officeDocument/2006/relationships/presProps" Target="/ppt/presProps.xml" Id="Rcbc77e1c423a45b7" /><Relationship Type="http://schemas.openxmlformats.org/officeDocument/2006/relationships/tableStyles" Target="/ppt/tableStyles.xml" Id="Rd8d6277ed3714a8e" /><Relationship Type="http://schemas.openxmlformats.org/officeDocument/2006/relationships/slide" Target="/ppt/slides/slide1.xml" Id="R6c948a98ba894436" /><Relationship Type="http://schemas.openxmlformats.org/officeDocument/2006/relationships/slide" Target="/ppt/slides/slide2.xml" Id="R6c36c4bb766e46fe" /><Relationship Type="http://schemas.openxmlformats.org/officeDocument/2006/relationships/slide" Target="/ppt/slides/slide3.xml" Id="R75746efe1b4b4ee3" /><Relationship Type="http://schemas.openxmlformats.org/officeDocument/2006/relationships/slide" Target="/ppt/slides/slide4.xml" Id="Re720ccd81c7141ac" /><Relationship Type="http://schemas.openxmlformats.org/officeDocument/2006/relationships/slide" Target="/ppt/slides/slide5.xml" Id="Rdabf8855eb174ac9" /><Relationship Type="http://schemas.openxmlformats.org/officeDocument/2006/relationships/slide" Target="/ppt/slides/slide6.xml" Id="Re78bd926d9e144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5878967b54e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d6697c2e5c44f9" /><Relationship Type="http://schemas.openxmlformats.org/officeDocument/2006/relationships/notesMaster" Target="/ppt/notesMasters/notesMaster1.xml" Id="R631ec7cf30b94d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fb3d815fc4409f" /><Relationship Type="http://schemas.openxmlformats.org/officeDocument/2006/relationships/notesMaster" Target="/ppt/notesMasters/notesMaster1.xml" Id="R4bdaf869cf554b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d890a14bcb427e" /><Relationship Type="http://schemas.openxmlformats.org/officeDocument/2006/relationships/notesMaster" Target="/ppt/notesMasters/notesMaster1.xml" Id="Rd5b7122557324e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5448fd2e144f54" /><Relationship Type="http://schemas.openxmlformats.org/officeDocument/2006/relationships/notesMaster" Target="/ppt/notesMasters/notesMaster1.xml" Id="Rb43ca8bdb3154a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c302d454b1450c" /><Relationship Type="http://schemas.openxmlformats.org/officeDocument/2006/relationships/notesMaster" Target="/ppt/notesMasters/notesMaster1.xml" Id="R175bde49ba4448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91659243b745d4" /><Relationship Type="http://schemas.openxmlformats.org/officeDocument/2006/relationships/notesMaster" Target="/ppt/notesMasters/notesMaster1.xml" Id="R26315a12146f49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cb4f5399e041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4eda069aee447a" /><Relationship Type="http://schemas.openxmlformats.org/officeDocument/2006/relationships/slideLayout" Target="/ppt/slideLayouts/slideLayout1.xml" Id="R5f8859c23a324e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8859c23a324e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73f2cf55214a06" /><Relationship Type="http://schemas.openxmlformats.org/officeDocument/2006/relationships/image" Target="/ppt/media/image.png" Id="R632e7ec6a0f5424d" /><Relationship Type="http://schemas.openxmlformats.org/officeDocument/2006/relationships/notesSlide" Target="/ppt/notesSlides/notesSlide1.xml" Id="R34296667fd6f40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8002034f8d4341" /><Relationship Type="http://schemas.openxmlformats.org/officeDocument/2006/relationships/notesSlide" Target="/ppt/notesSlides/notesSlide2.xml" Id="Rcb0be38bb90243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110f166a004a48" /><Relationship Type="http://schemas.openxmlformats.org/officeDocument/2006/relationships/notesSlide" Target="/ppt/notesSlides/notesSlide3.xml" Id="Rd80793d8670249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f2cd17693a4f96" /><Relationship Type="http://schemas.openxmlformats.org/officeDocument/2006/relationships/notesSlide" Target="/ppt/notesSlides/notesSlide4.xml" Id="R5c3a50b0a10d4a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ff09fed83a455e" /><Relationship Type="http://schemas.openxmlformats.org/officeDocument/2006/relationships/notesSlide" Target="/ppt/notesSlides/notesSlide5.xml" Id="R403b6049b3a247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f33201afce45ee" /><Relationship Type="http://schemas.openxmlformats.org/officeDocument/2006/relationships/notesSlide" Target="/ppt/notesSlides/notesSlide6.xml" Id="R6ce3f970a4e24ae3"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32e7ec6a0f542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9D385A-8A92-4196-B45F-8A5E5E4DDA27}"/>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Cognitive Behavioral Therapy Foundations</a:t>
            </a:r>
          </a:p>
        </p:txBody>
      </p:sp>
      <p:sp>
        <p:nvSpPr>
          <p:cNvPr id="3" name="">
            <a:extLst xmlns:a="http://schemas.openxmlformats.org/drawingml/2006/main">
              <a:ext uri="{FF2B5EF4-FFF2-40B4-BE49-F238E27FC236}">
                <a16:creationId xmlns:a16="http://schemas.microsoft.com/office/drawing/2014/main" id="{0C14CD85-3DAB-450F-8A55-5BD15CF38511}"/>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Mental Health &amp; Clinical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88F4361D-E9A8-4F9C-89E4-1B8FF1628A5C}"/>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43053661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BE1527-EA7F-498C-BC72-6F8EEC98E08B}"/>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C7912CA3-47E0-4640-A805-142CCCAF954F}"/>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Explain core CBT concepts and use basic, supervised CBT-informed tools appropriately.</a:t>
            </a:r>
          </a:p>
        </p:txBody>
      </p:sp>
      <p:sp>
        <p:nvSpPr>
          <p:cNvPr id="3" name="">
            <a:extLst xmlns:a="http://schemas.openxmlformats.org/drawingml/2006/main">
              <a:ext uri="{FF2B5EF4-FFF2-40B4-BE49-F238E27FC236}">
                <a16:creationId xmlns:a16="http://schemas.microsoft.com/office/drawing/2014/main" id="{73C30C26-D492-4E9B-9013-FB79389E40D2}"/>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7D554B5D-FC23-4D41-9F19-EBF4CFD9E0FF}"/>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08EA3272-E66F-4747-91C4-4733040E3C5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B74D70E4-DA13-4758-9D03-2355C1082E0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3074849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0C9474-1AD3-4B11-BC4C-ED9133294D5F}"/>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1F50A45C-A0CD-429E-8A25-12DD49B9C545}"/>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The CBT model</a:t>
            </a:r>
          </a:p>
        </p:txBody>
      </p:sp>
      <p:sp>
        <p:nvSpPr>
          <p:cNvPr id="3" name="">
            <a:extLst xmlns:a="http://schemas.openxmlformats.org/drawingml/2006/main">
              <a:ext uri="{FF2B5EF4-FFF2-40B4-BE49-F238E27FC236}">
                <a16:creationId xmlns:a16="http://schemas.microsoft.com/office/drawing/2014/main" id="{DB98DF36-58A4-4CDB-9CB4-1E4E585DB47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links among situations, thoughts, emotions, bodily responses, and behaviour</a:t>
            </a:r>
          </a:p>
        </p:txBody>
      </p:sp>
      <p:sp>
        <p:nvSpPr>
          <p:cNvPr id="4" name="">
            <a:extLst xmlns:a="http://schemas.openxmlformats.org/drawingml/2006/main">
              <a:ext uri="{FF2B5EF4-FFF2-40B4-BE49-F238E27FC236}">
                <a16:creationId xmlns:a16="http://schemas.microsoft.com/office/drawing/2014/main" id="{44A7DB12-A358-41C2-A11C-543C9F60E284}"/>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links among situations, thoughts, emotions, bodily responses, and behaviour.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4489575-8174-4337-8E4A-D3B388345E4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75837B2E-A2BC-4B7F-92E4-C585BBAEEA6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EE7745B-5546-41ED-8717-333041BA37C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7982026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424996-7B65-4239-B4D2-ED3B75B426B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D490F264-C625-4334-96F4-6CCCD473932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Core tools</a:t>
            </a:r>
          </a:p>
        </p:txBody>
      </p:sp>
      <p:sp>
        <p:nvSpPr>
          <p:cNvPr id="3" name="">
            <a:extLst xmlns:a="http://schemas.openxmlformats.org/drawingml/2006/main">
              <a:ext uri="{FF2B5EF4-FFF2-40B4-BE49-F238E27FC236}">
                <a16:creationId xmlns:a16="http://schemas.microsoft.com/office/drawing/2014/main" id="{1CDB843C-18E3-43E8-AA02-5D5A578902C4}"/>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agenda setting, thought records, cognitive reappraisal, behavioural activation, and homework</a:t>
            </a:r>
          </a:p>
        </p:txBody>
      </p:sp>
      <p:sp>
        <p:nvSpPr>
          <p:cNvPr id="4" name="">
            <a:extLst xmlns:a="http://schemas.openxmlformats.org/drawingml/2006/main">
              <a:ext uri="{FF2B5EF4-FFF2-40B4-BE49-F238E27FC236}">
                <a16:creationId xmlns:a16="http://schemas.microsoft.com/office/drawing/2014/main" id="{F5492409-CE0D-4EAF-AD5C-64513834B96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agenda setting, thought records, cognitive reappraisal, behavioural activation, and homework.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F2375E9-4616-4866-AF21-B964BE062F3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9AAF872-82DF-4FFA-8963-14C7DEA5E62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7FB5377-89DC-4203-A27D-E8EBACF96BA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20890643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FF44B5-44A3-4074-AD4A-A02D325EE44F}"/>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C7817638-16DD-4FAA-BB19-9FA4BCD1B52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Ethical application</a:t>
            </a:r>
          </a:p>
        </p:txBody>
      </p:sp>
      <p:sp>
        <p:nvSpPr>
          <p:cNvPr id="3" name="">
            <a:extLst xmlns:a="http://schemas.openxmlformats.org/drawingml/2006/main">
              <a:ext uri="{FF2B5EF4-FFF2-40B4-BE49-F238E27FC236}">
                <a16:creationId xmlns:a16="http://schemas.microsoft.com/office/drawing/2014/main" id="{9B235448-D76E-43F1-BD2E-9A0137D6F7F4}"/>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collaboration, cultural adaptation, limits of competence, monitoring, and referral</a:t>
            </a:r>
          </a:p>
        </p:txBody>
      </p:sp>
      <p:sp>
        <p:nvSpPr>
          <p:cNvPr id="4" name="">
            <a:extLst xmlns:a="http://schemas.openxmlformats.org/drawingml/2006/main">
              <a:ext uri="{FF2B5EF4-FFF2-40B4-BE49-F238E27FC236}">
                <a16:creationId xmlns:a16="http://schemas.microsoft.com/office/drawing/2014/main" id="{A64141EA-6C4B-4B37-9C00-200B00F9FB9E}"/>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collaboration, cultural adaptation, limits of competence, monitoring, and referral.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59F96D8-E5AB-45F6-857F-F54FC9DC10B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B4BE913-5BC1-4730-943F-26F85CC28C5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41F2901-D28C-4069-8D40-53664AFE5B5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111186209"/>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AC7D72-0AC7-46CA-9C1E-D4C86777DC67}"/>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E7FBDE1D-8350-4D6E-9690-4E6D03BC6B0C}"/>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00C34757-2B05-4AC4-B4B4-296A690201F5}"/>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FF7950E9-7557-4760-8627-B19F9C8CA2ED}"/>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cognitive triangle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tool selection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collaborative practice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scope limits</a:t>
            </a:r>
          </a:p>
        </p:txBody>
      </p:sp>
      <p:sp>
        <p:nvSpPr>
          <p:cNvPr id="5" name="">
            <a:extLst xmlns:a="http://schemas.openxmlformats.org/drawingml/2006/main">
              <a:ext uri="{FF2B5EF4-FFF2-40B4-BE49-F238E27FC236}">
                <a16:creationId xmlns:a16="http://schemas.microsoft.com/office/drawing/2014/main" id="{B9A13D28-7482-4AB4-BFB8-7F1FD4E82896}"/>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AA0A0B7E-31D9-4099-B7C3-A809F2244EC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85199FC-E46E-4A7C-90DF-B68203BF701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904787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2026-10-03T16:20:30.7110000Z</dcterms:created>
  <dcterms:modified xsi:type="dcterms:W3CDTF">2026-10-03T16:20:30.7110000Z</dcterms:modified>
</coreProperties>
</file>