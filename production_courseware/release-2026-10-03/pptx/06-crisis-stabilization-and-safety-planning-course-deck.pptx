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92da2f23584591" /><Relationship Type="http://schemas.openxmlformats.org/officeDocument/2006/relationships/extended-properties" Target="/docProps/app.xml" Id="Rbd449144013945ba" /><Relationship Type="http://schemas.openxmlformats.org/officeDocument/2006/relationships/officeDocument" Target="/ppt/presentation.xml" Id="R8b3bbab893644797" /></Relationships>
</file>

<file path=ppt/presentation.xml><?xml version="1.0" encoding="utf-8"?>
<p:presentation xmlns:p="http://schemas.openxmlformats.org/presentationml/2006/main">
  <p:sldMasterIdLst>
    <p:sldMasterId xmlns:r="http://schemas.openxmlformats.org/officeDocument/2006/relationships" id="2147483648" r:id="R8b3e45b850ca4b43"/>
  </p:sldMasterIdLst>
  <p:notesMasterIdLst>
    <p:notesMasterId xmlns:r="http://schemas.openxmlformats.org/officeDocument/2006/relationships" r:id="R94812af3c577434a"/>
  </p:notesMasterIdLst>
  <p:sldIdLst>
    <p:sldId xmlns:r="http://schemas.openxmlformats.org/officeDocument/2006/relationships" id="256" r:id="R8999d475f6c24048"/>
    <p:sldId xmlns:r="http://schemas.openxmlformats.org/officeDocument/2006/relationships" id="257" r:id="Ra3c65724d0ed401a"/>
    <p:sldId xmlns:r="http://schemas.openxmlformats.org/officeDocument/2006/relationships" id="258" r:id="R010dff09b9f9409b"/>
    <p:sldId xmlns:r="http://schemas.openxmlformats.org/officeDocument/2006/relationships" id="259" r:id="Re2d1caa1639c44dd"/>
    <p:sldId xmlns:r="http://schemas.openxmlformats.org/officeDocument/2006/relationships" id="260" r:id="R9a1b50ac0d5c494b"/>
    <p:sldId xmlns:r="http://schemas.openxmlformats.org/officeDocument/2006/relationships" id="261" r:id="R9301655631dc4a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f26667f78049d8" /><Relationship Type="http://schemas.openxmlformats.org/officeDocument/2006/relationships/slideMaster" Target="/ppt/slideMasters/slideMaster1.xml" Id="R8b3e45b850ca4b43" /><Relationship Type="http://schemas.openxmlformats.org/officeDocument/2006/relationships/notesMaster" Target="/ppt/notesMasters/notesMaster1.xml" Id="R94812af3c577434a" /><Relationship Type="http://schemas.openxmlformats.org/officeDocument/2006/relationships/presProps" Target="/ppt/presProps.xml" Id="R5b1af12f14fe4ff8" /><Relationship Type="http://schemas.openxmlformats.org/officeDocument/2006/relationships/tableStyles" Target="/ppt/tableStyles.xml" Id="R0facf9bc125e4902" /><Relationship Type="http://schemas.openxmlformats.org/officeDocument/2006/relationships/slide" Target="/ppt/slides/slide1.xml" Id="R8999d475f6c24048" /><Relationship Type="http://schemas.openxmlformats.org/officeDocument/2006/relationships/slide" Target="/ppt/slides/slide2.xml" Id="Ra3c65724d0ed401a" /><Relationship Type="http://schemas.openxmlformats.org/officeDocument/2006/relationships/slide" Target="/ppt/slides/slide3.xml" Id="R010dff09b9f9409b" /><Relationship Type="http://schemas.openxmlformats.org/officeDocument/2006/relationships/slide" Target="/ppt/slides/slide4.xml" Id="Re2d1caa1639c44dd" /><Relationship Type="http://schemas.openxmlformats.org/officeDocument/2006/relationships/slide" Target="/ppt/slides/slide5.xml" Id="R9a1b50ac0d5c494b" /><Relationship Type="http://schemas.openxmlformats.org/officeDocument/2006/relationships/slide" Target="/ppt/slides/slide6.xml" Id="R9301655631dc4a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913dae988242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7987d18e5e4b88" /><Relationship Type="http://schemas.openxmlformats.org/officeDocument/2006/relationships/notesMaster" Target="/ppt/notesMasters/notesMaster1.xml" Id="R38e42408954848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95a3dc3080443a" /><Relationship Type="http://schemas.openxmlformats.org/officeDocument/2006/relationships/notesMaster" Target="/ppt/notesMasters/notesMaster1.xml" Id="R5fe29a5630a64e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166aef1c0745f5" /><Relationship Type="http://schemas.openxmlformats.org/officeDocument/2006/relationships/notesMaster" Target="/ppt/notesMasters/notesMaster1.xml" Id="R656936c608f540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21592c0cd94a86" /><Relationship Type="http://schemas.openxmlformats.org/officeDocument/2006/relationships/notesMaster" Target="/ppt/notesMasters/notesMaster1.xml" Id="Rd51ac28ea3ad47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5c1d3a0ebf4236" /><Relationship Type="http://schemas.openxmlformats.org/officeDocument/2006/relationships/notesMaster" Target="/ppt/notesMasters/notesMaster1.xml" Id="Rfa274ac4806f4a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37e67963114110" /><Relationship Type="http://schemas.openxmlformats.org/officeDocument/2006/relationships/notesMaster" Target="/ppt/notesMasters/notesMaster1.xml" Id="R7d1bbad486cf41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143f57c29c42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aa177757454e0b" /><Relationship Type="http://schemas.openxmlformats.org/officeDocument/2006/relationships/slideLayout" Target="/ppt/slideLayouts/slideLayout1.xml" Id="Rd354a08e3fa240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54a08e3fa240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30f54a9c624bb8" /><Relationship Type="http://schemas.openxmlformats.org/officeDocument/2006/relationships/image" Target="/ppt/media/image.png" Id="R3f18388ee89c4c31" /><Relationship Type="http://schemas.openxmlformats.org/officeDocument/2006/relationships/notesSlide" Target="/ppt/notesSlides/notesSlide1.xml" Id="R49e3e1be591248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dbd7d3eee94485" /><Relationship Type="http://schemas.openxmlformats.org/officeDocument/2006/relationships/notesSlide" Target="/ppt/notesSlides/notesSlide2.xml" Id="R2f12500dca7846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399264b060424c" /><Relationship Type="http://schemas.openxmlformats.org/officeDocument/2006/relationships/notesSlide" Target="/ppt/notesSlides/notesSlide3.xml" Id="Rc832a6667d18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e16293f2ed4901" /><Relationship Type="http://schemas.openxmlformats.org/officeDocument/2006/relationships/notesSlide" Target="/ppt/notesSlides/notesSlide4.xml" Id="R57b31be71caa46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e6dc48f2cb4249" /><Relationship Type="http://schemas.openxmlformats.org/officeDocument/2006/relationships/notesSlide" Target="/ppt/notesSlides/notesSlide5.xml" Id="R4df717e6ee3d4d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4cfeaaa5e9482e" /><Relationship Type="http://schemas.openxmlformats.org/officeDocument/2006/relationships/notesSlide" Target="/ppt/notesSlides/notesSlide6.xml" Id="Rbf47dc2012a94d1c"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f18388ee89c4c3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A95E26-2997-4123-AC0C-9807215405EA}"/>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Crisis Stabilization &amp; Safety Planning</a:t>
            </a:r>
          </a:p>
        </p:txBody>
      </p:sp>
      <p:sp>
        <p:nvSpPr>
          <p:cNvPr id="3" name="">
            <a:extLst xmlns:a="http://schemas.openxmlformats.org/drawingml/2006/main">
              <a:ext uri="{FF2B5EF4-FFF2-40B4-BE49-F238E27FC236}">
                <a16:creationId xmlns:a16="http://schemas.microsoft.com/office/drawing/2014/main" id="{DE66AAD5-EAF1-45A5-BA13-2D736F3D4828}"/>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Mental Health &amp; Clinical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F738217C-3A1E-46A0-BEFA-81EBA97D02DC}"/>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688184613"/>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0AC4C6-05D1-4A1D-BD22-8FCCD13DE56F}"/>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F15F34B1-DE02-4126-A68C-A891C2C25598}"/>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Respond to acute distress using de-escalation, risk assessment, and collaborative safety planning.</a:t>
            </a:r>
          </a:p>
        </p:txBody>
      </p:sp>
      <p:sp>
        <p:nvSpPr>
          <p:cNvPr id="3" name="">
            <a:extLst xmlns:a="http://schemas.openxmlformats.org/drawingml/2006/main">
              <a:ext uri="{FF2B5EF4-FFF2-40B4-BE49-F238E27FC236}">
                <a16:creationId xmlns:a16="http://schemas.microsoft.com/office/drawing/2014/main" id="{5CDD1D91-6795-4EF7-AB15-DE55ACC5442B}"/>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F5CB0370-3155-401F-83CC-B9AE779C8FDF}"/>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E8894995-9E8F-45FE-888D-47704C04E9E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44BCFCD6-13A8-4B85-9D8D-285DC2A6B10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7455261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004C09-2B69-4340-844D-8A154A865D59}"/>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F203B4DB-C625-4DF8-853A-36AC9D86B3FC}"/>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Crisis recognition and triage</a:t>
            </a:r>
          </a:p>
        </p:txBody>
      </p:sp>
      <p:sp>
        <p:nvSpPr>
          <p:cNvPr id="3" name="">
            <a:extLst xmlns:a="http://schemas.openxmlformats.org/drawingml/2006/main">
              <a:ext uri="{FF2B5EF4-FFF2-40B4-BE49-F238E27FC236}">
                <a16:creationId xmlns:a16="http://schemas.microsoft.com/office/drawing/2014/main" id="{DA290497-AE60-4624-9B1A-F796AFDC0DE5}"/>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acute risk, protective factors, emergency thresholds, and local escalation routes</a:t>
            </a:r>
          </a:p>
        </p:txBody>
      </p:sp>
      <p:sp>
        <p:nvSpPr>
          <p:cNvPr id="4" name="">
            <a:extLst xmlns:a="http://schemas.openxmlformats.org/drawingml/2006/main">
              <a:ext uri="{FF2B5EF4-FFF2-40B4-BE49-F238E27FC236}">
                <a16:creationId xmlns:a16="http://schemas.microsoft.com/office/drawing/2014/main" id="{8D74D721-26E0-49BD-946F-A3EAC56595A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acute risk, protective factors, emergency thresholds, and local escalation routes.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89C9E82-2AB1-41CA-82C4-1BDF35A489F1}"/>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ACB79D0B-3A44-4F38-9002-74B53F6B37B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6F5E3069-C185-49B1-BE7F-DEF83C2377F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2984881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C5F5A5-DA1A-4A97-8F36-30E3F8C205C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BBC6CA8C-8EE3-4721-A4AD-CF0C0D60D12C}"/>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De-escalation and engagement</a:t>
            </a:r>
          </a:p>
        </p:txBody>
      </p:sp>
      <p:sp>
        <p:nvSpPr>
          <p:cNvPr id="3" name="">
            <a:extLst xmlns:a="http://schemas.openxmlformats.org/drawingml/2006/main">
              <a:ext uri="{FF2B5EF4-FFF2-40B4-BE49-F238E27FC236}">
                <a16:creationId xmlns:a16="http://schemas.microsoft.com/office/drawing/2014/main" id="{9E827B4E-E62A-4762-B812-5E7B7C07276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communication, environment, grounding, and maintaining professional boundaries</a:t>
            </a:r>
          </a:p>
        </p:txBody>
      </p:sp>
      <p:sp>
        <p:nvSpPr>
          <p:cNvPr id="4" name="">
            <a:extLst xmlns:a="http://schemas.openxmlformats.org/drawingml/2006/main">
              <a:ext uri="{FF2B5EF4-FFF2-40B4-BE49-F238E27FC236}">
                <a16:creationId xmlns:a16="http://schemas.microsoft.com/office/drawing/2014/main" id="{A301D600-76B0-4B6E-82D6-B0DB430FE314}"/>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communication, environment, grounding, and maintaining professional boundaries.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C43FFFF1-B264-4686-80D7-CDA1EA9DED2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33065846-4F7F-489D-8C93-651FAF0ECB6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7F6B011B-9BF3-4EEE-82D1-E1508E9518E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8251087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21EC90-528D-4685-A72D-ABA64AF39886}"/>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0FA6906C-C317-4810-8284-75AE52925A0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Safety planning and follow-up</a:t>
            </a:r>
          </a:p>
        </p:txBody>
      </p:sp>
      <p:sp>
        <p:nvSpPr>
          <p:cNvPr id="3" name="">
            <a:extLst xmlns:a="http://schemas.openxmlformats.org/drawingml/2006/main">
              <a:ext uri="{FF2B5EF4-FFF2-40B4-BE49-F238E27FC236}">
                <a16:creationId xmlns:a16="http://schemas.microsoft.com/office/drawing/2014/main" id="{2120EFB1-1DF1-447A-9986-74ED77317B0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warning signs, coping actions, contacts, means-safety discussion, documentation, and warm handover</a:t>
            </a:r>
          </a:p>
        </p:txBody>
      </p:sp>
      <p:sp>
        <p:nvSpPr>
          <p:cNvPr id="4" name="">
            <a:extLst xmlns:a="http://schemas.openxmlformats.org/drawingml/2006/main">
              <a:ext uri="{FF2B5EF4-FFF2-40B4-BE49-F238E27FC236}">
                <a16:creationId xmlns:a16="http://schemas.microsoft.com/office/drawing/2014/main" id="{78B8CB7E-5A1C-491B-9D2C-DB8C4567AA6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warning signs, coping actions, contacts, means-safety discussion, documentation, and warm handover.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18B1F9AD-2260-4EBC-808F-7CD4A6FECE5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F08DBF2D-691D-4650-8EF4-A6565CAAB6E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7D1BE20-FAAF-4C68-9C33-D10012666AF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54850558"/>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FA5694-02F3-41F6-B418-FE5CC2D29E44}"/>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13773182-6564-4ED3-AF97-A68783652249}"/>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95D8B4F7-55FD-4DF5-81D8-66A9694A26D8}"/>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49F78F7D-392A-4A98-AA18-ECFD6DA833B4}"/>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triage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de-escalation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safety-plan elements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referral thresholds</a:t>
            </a:r>
          </a:p>
        </p:txBody>
      </p:sp>
      <p:sp>
        <p:nvSpPr>
          <p:cNvPr id="5" name="">
            <a:extLst xmlns:a="http://schemas.openxmlformats.org/drawingml/2006/main">
              <a:ext uri="{FF2B5EF4-FFF2-40B4-BE49-F238E27FC236}">
                <a16:creationId xmlns:a16="http://schemas.microsoft.com/office/drawing/2014/main" id="{1F6A8233-3DEA-458A-A44A-180760B14CC0}"/>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086F18D4-B097-4BDB-8484-1C754B5C811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CE95F2D1-A5DC-45C1-B66F-F2110A5AECC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424421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2026-10-03T16:20:39.4350000Z</dcterms:created>
  <dcterms:modified xsi:type="dcterms:W3CDTF">2026-10-03T16:20:39.4350000Z</dcterms:modified>
</coreProperties>
</file>