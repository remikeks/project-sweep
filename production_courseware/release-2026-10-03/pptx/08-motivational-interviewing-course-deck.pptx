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f43b5995904dec" /><Relationship Type="http://schemas.openxmlformats.org/officeDocument/2006/relationships/extended-properties" Target="/docProps/app.xml" Id="R8bf5c735d50140a8" /><Relationship Type="http://schemas.openxmlformats.org/officeDocument/2006/relationships/officeDocument" Target="/ppt/presentation.xml" Id="Ra08e12260fb040c0" /></Relationships>
</file>

<file path=ppt/presentation.xml><?xml version="1.0" encoding="utf-8"?>
<p:presentation xmlns:p="http://schemas.openxmlformats.org/presentationml/2006/main">
  <p:sldMasterIdLst>
    <p:sldMasterId xmlns:r="http://schemas.openxmlformats.org/officeDocument/2006/relationships" id="2147483648" r:id="R121746691a0c4297"/>
  </p:sldMasterIdLst>
  <p:notesMasterIdLst>
    <p:notesMasterId xmlns:r="http://schemas.openxmlformats.org/officeDocument/2006/relationships" r:id="R0c34777f206b4fb5"/>
  </p:notesMasterIdLst>
  <p:sldIdLst>
    <p:sldId xmlns:r="http://schemas.openxmlformats.org/officeDocument/2006/relationships" id="256" r:id="Ra895bb38f9b04556"/>
    <p:sldId xmlns:r="http://schemas.openxmlformats.org/officeDocument/2006/relationships" id="257" r:id="R63e62466669944a6"/>
    <p:sldId xmlns:r="http://schemas.openxmlformats.org/officeDocument/2006/relationships" id="258" r:id="R828bcce968ca49a7"/>
    <p:sldId xmlns:r="http://schemas.openxmlformats.org/officeDocument/2006/relationships" id="259" r:id="R05852a881e2e43ef"/>
    <p:sldId xmlns:r="http://schemas.openxmlformats.org/officeDocument/2006/relationships" id="260" r:id="R98deaf7f35234a5b"/>
    <p:sldId xmlns:r="http://schemas.openxmlformats.org/officeDocument/2006/relationships" id="261" r:id="R61a9da892ca945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8be07435f84bc9" /><Relationship Type="http://schemas.openxmlformats.org/officeDocument/2006/relationships/slideMaster" Target="/ppt/slideMasters/slideMaster1.xml" Id="R121746691a0c4297" /><Relationship Type="http://schemas.openxmlformats.org/officeDocument/2006/relationships/notesMaster" Target="/ppt/notesMasters/notesMaster1.xml" Id="R0c34777f206b4fb5" /><Relationship Type="http://schemas.openxmlformats.org/officeDocument/2006/relationships/presProps" Target="/ppt/presProps.xml" Id="Rc2525c6040b840fd" /><Relationship Type="http://schemas.openxmlformats.org/officeDocument/2006/relationships/tableStyles" Target="/ppt/tableStyles.xml" Id="Re20566589b8d4bc3" /><Relationship Type="http://schemas.openxmlformats.org/officeDocument/2006/relationships/slide" Target="/ppt/slides/slide1.xml" Id="Ra895bb38f9b04556" /><Relationship Type="http://schemas.openxmlformats.org/officeDocument/2006/relationships/slide" Target="/ppt/slides/slide2.xml" Id="R63e62466669944a6" /><Relationship Type="http://schemas.openxmlformats.org/officeDocument/2006/relationships/slide" Target="/ppt/slides/slide3.xml" Id="R828bcce968ca49a7" /><Relationship Type="http://schemas.openxmlformats.org/officeDocument/2006/relationships/slide" Target="/ppt/slides/slide4.xml" Id="R05852a881e2e43ef" /><Relationship Type="http://schemas.openxmlformats.org/officeDocument/2006/relationships/slide" Target="/ppt/slides/slide5.xml" Id="R98deaf7f35234a5b" /><Relationship Type="http://schemas.openxmlformats.org/officeDocument/2006/relationships/slide" Target="/ppt/slides/slide6.xml" Id="R61a9da892ca945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7aeecb2b2743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a839220ecc4f3b" /><Relationship Type="http://schemas.openxmlformats.org/officeDocument/2006/relationships/notesMaster" Target="/ppt/notesMasters/notesMaster1.xml" Id="R400500ed897843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6199df08b64f75" /><Relationship Type="http://schemas.openxmlformats.org/officeDocument/2006/relationships/notesMaster" Target="/ppt/notesMasters/notesMaster1.xml" Id="R82b9b2d2aded4a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143ef76a2a4939" /><Relationship Type="http://schemas.openxmlformats.org/officeDocument/2006/relationships/notesMaster" Target="/ppt/notesMasters/notesMaster1.xml" Id="Rbbc5d606210c48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1108e8cdf94903" /><Relationship Type="http://schemas.openxmlformats.org/officeDocument/2006/relationships/notesMaster" Target="/ppt/notesMasters/notesMaster1.xml" Id="R874276bf8f1949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fc18dd62b2c4343" /><Relationship Type="http://schemas.openxmlformats.org/officeDocument/2006/relationships/notesMaster" Target="/ppt/notesMasters/notesMaster1.xml" Id="Rade30fb2b2f946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6c71373b3742b4" /><Relationship Type="http://schemas.openxmlformats.org/officeDocument/2006/relationships/notesMaster" Target="/ppt/notesMasters/notesMaster1.xml" Id="R9ffb9324350247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db29b6c19949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14be31940144da" /><Relationship Type="http://schemas.openxmlformats.org/officeDocument/2006/relationships/slideLayout" Target="/ppt/slideLayouts/slideLayout1.xml" Id="R1ca4540db7c647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a4540db7c647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c97f6c7bd04ae1" /><Relationship Type="http://schemas.openxmlformats.org/officeDocument/2006/relationships/image" Target="/ppt/media/image.png" Id="R9c999ecab8d64514" /><Relationship Type="http://schemas.openxmlformats.org/officeDocument/2006/relationships/notesSlide" Target="/ppt/notesSlides/notesSlide1.xml" Id="Ra14187f90c3141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c4c85b1d57481e" /><Relationship Type="http://schemas.openxmlformats.org/officeDocument/2006/relationships/notesSlide" Target="/ppt/notesSlides/notesSlide2.xml" Id="Rd82e0450268741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1f0eeb36a44785" /><Relationship Type="http://schemas.openxmlformats.org/officeDocument/2006/relationships/notesSlide" Target="/ppt/notesSlides/notesSlide3.xml" Id="R117dec659bf749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4d66c81c4045b2" /><Relationship Type="http://schemas.openxmlformats.org/officeDocument/2006/relationships/notesSlide" Target="/ppt/notesSlides/notesSlide4.xml" Id="R32b8938fe5e64b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ef22f3afbc446c" /><Relationship Type="http://schemas.openxmlformats.org/officeDocument/2006/relationships/notesSlide" Target="/ppt/notesSlides/notesSlide5.xml" Id="Rae626638b77548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58166a9e38432e" /><Relationship Type="http://schemas.openxmlformats.org/officeDocument/2006/relationships/notesSlide" Target="/ppt/notesSlides/notesSlide6.xml" Id="Rd7a263635ef0480e"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c999ecab8d6451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1518EF-B6F4-4874-A357-0F683EDB0568}"/>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Motivational Interviewing</a:t>
            </a:r>
          </a:p>
        </p:txBody>
      </p:sp>
      <p:sp>
        <p:nvSpPr>
          <p:cNvPr id="3" name="">
            <a:extLst xmlns:a="http://schemas.openxmlformats.org/drawingml/2006/main">
              <a:ext uri="{FF2B5EF4-FFF2-40B4-BE49-F238E27FC236}">
                <a16:creationId xmlns:a16="http://schemas.microsoft.com/office/drawing/2014/main" id="{63DF9F29-78E7-4EFF-9DC2-FF56EF7E73AC}"/>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Substance Use &amp; Addiction Recovery</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01C31B15-0A4F-4E88-9F9F-85711A473B55}"/>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575529656"/>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A7B932-7FFF-4D58-B2F6-6B71BF08FB61}"/>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7100C6F3-D379-462B-8F30-3D71029144D0}"/>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Use the spirit and core communication skills of motivational interviewing in appropriate settings.</a:t>
            </a:r>
          </a:p>
        </p:txBody>
      </p:sp>
      <p:sp>
        <p:nvSpPr>
          <p:cNvPr id="3" name="">
            <a:extLst xmlns:a="http://schemas.openxmlformats.org/drawingml/2006/main">
              <a:ext uri="{FF2B5EF4-FFF2-40B4-BE49-F238E27FC236}">
                <a16:creationId xmlns:a16="http://schemas.microsoft.com/office/drawing/2014/main" id="{A8E2D691-F527-43BD-86CC-1D25E642D22A}"/>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E64B3D05-02B1-4846-B7FC-F1CCAB4A0455}"/>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2258E5B2-0F9F-480B-B381-3D7922916B6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2E72541F-6AAA-424D-868A-DA83F8A9059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7218649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F44FFD-47C7-4650-8F46-C9401470A87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E1EE7A2B-AF63-4831-85A7-79353C1B67CF}"/>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MI spirit</a:t>
            </a:r>
          </a:p>
        </p:txBody>
      </p:sp>
      <p:sp>
        <p:nvSpPr>
          <p:cNvPr id="3" name="">
            <a:extLst xmlns:a="http://schemas.openxmlformats.org/drawingml/2006/main">
              <a:ext uri="{FF2B5EF4-FFF2-40B4-BE49-F238E27FC236}">
                <a16:creationId xmlns:a16="http://schemas.microsoft.com/office/drawing/2014/main" id="{5F485415-35D8-4AE1-94DC-D05D82B4DD0E}"/>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partnership, acceptance, compassion, evocation, autonomy, and avoiding the righting reflex</a:t>
            </a:r>
          </a:p>
        </p:txBody>
      </p:sp>
      <p:sp>
        <p:nvSpPr>
          <p:cNvPr id="4" name="">
            <a:extLst xmlns:a="http://schemas.openxmlformats.org/drawingml/2006/main">
              <a:ext uri="{FF2B5EF4-FFF2-40B4-BE49-F238E27FC236}">
                <a16:creationId xmlns:a16="http://schemas.microsoft.com/office/drawing/2014/main" id="{BC6EE8DD-EE9F-4AFA-962A-B0E34D83581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partnership, acceptance, compassion, evocation, autonomy, and avoiding the righting reflex.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FF3517C-D56A-49F3-B8BB-F57F9655F14B}"/>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16A1ED5D-0F35-47ED-B3DE-F53F7C5927C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E40FFA6B-EDEF-48F2-BE04-1D6091D3D532}"/>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7273539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E12C14-D416-4C4D-A07D-E8720BA4A18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FEAB90C1-961C-4C66-AFC3-5664AAD2C89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OARS skills</a:t>
            </a:r>
          </a:p>
        </p:txBody>
      </p:sp>
      <p:sp>
        <p:nvSpPr>
          <p:cNvPr id="3" name="">
            <a:extLst xmlns:a="http://schemas.openxmlformats.org/drawingml/2006/main">
              <a:ext uri="{FF2B5EF4-FFF2-40B4-BE49-F238E27FC236}">
                <a16:creationId xmlns:a16="http://schemas.microsoft.com/office/drawing/2014/main" id="{14216D50-7410-4EC4-8906-7E3A0035F022}"/>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open questions, affirmations, reflections, summaries, and listening for change talk</a:t>
            </a:r>
          </a:p>
        </p:txBody>
      </p:sp>
      <p:sp>
        <p:nvSpPr>
          <p:cNvPr id="4" name="">
            <a:extLst xmlns:a="http://schemas.openxmlformats.org/drawingml/2006/main">
              <a:ext uri="{FF2B5EF4-FFF2-40B4-BE49-F238E27FC236}">
                <a16:creationId xmlns:a16="http://schemas.microsoft.com/office/drawing/2014/main" id="{827686DE-7A57-41AE-8CAD-C27B4288FF9F}"/>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open questions, affirmations, reflections, summaries, and listening for change talk.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1B84D0E0-926D-491C-8D4E-5726962AD846}"/>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973DCD97-291A-4BC9-877A-C5F221C7C968}"/>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A8794022-3F3C-40FF-AC5D-E0536D8A1B5E}"/>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9683664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E64581-D5D2-4455-9082-52F814152701}"/>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5927917A-0B51-44AB-A623-A595DCD0C09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Planning change</a:t>
            </a:r>
          </a:p>
        </p:txBody>
      </p:sp>
      <p:sp>
        <p:nvSpPr>
          <p:cNvPr id="3" name="">
            <a:extLst xmlns:a="http://schemas.openxmlformats.org/drawingml/2006/main">
              <a:ext uri="{FF2B5EF4-FFF2-40B4-BE49-F238E27FC236}">
                <a16:creationId xmlns:a16="http://schemas.microsoft.com/office/drawing/2014/main" id="{6397DA03-1864-4141-A67B-1041D175C7C1}"/>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responding to ambivalence, eliciting commitment language, goal setting, and referral</a:t>
            </a:r>
          </a:p>
        </p:txBody>
      </p:sp>
      <p:sp>
        <p:nvSpPr>
          <p:cNvPr id="4" name="">
            <a:extLst xmlns:a="http://schemas.openxmlformats.org/drawingml/2006/main">
              <a:ext uri="{FF2B5EF4-FFF2-40B4-BE49-F238E27FC236}">
                <a16:creationId xmlns:a16="http://schemas.microsoft.com/office/drawing/2014/main" id="{91D9E166-6AC6-45AF-8372-EBFE852EA4AE}"/>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responding to ambivalence, eliciting commitment language, goal setting, and referral.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EDF2FBB-385A-41A4-ABDF-EA89102E1CA3}"/>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92924FA-99D7-44F1-BB74-495759CA6144}"/>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613BB1A-2DD6-4705-BDF5-34EF678F144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708386794"/>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E1EC55-83C2-42C6-AF36-94B7FBFFB720}"/>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0066EB7E-1654-405D-884F-BEC355721D73}"/>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0AAA72EF-38A2-4162-B78C-F6BB8F24D403}"/>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86D9ECEC-A9CC-4902-9918-1421B26E67F7}"/>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MI spirit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OARS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change talk</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4. responses to resistance</a:t>
            </a:r>
          </a:p>
        </p:txBody>
      </p:sp>
      <p:sp>
        <p:nvSpPr>
          <p:cNvPr id="5" name="">
            <a:extLst xmlns:a="http://schemas.openxmlformats.org/drawingml/2006/main">
              <a:ext uri="{FF2B5EF4-FFF2-40B4-BE49-F238E27FC236}">
                <a16:creationId xmlns:a16="http://schemas.microsoft.com/office/drawing/2014/main" id="{A3E08F18-71A2-414A-AA77-91D7DB5099A0}"/>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09AE1B26-9654-48B4-AE49-A911C5D2047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92C30495-0E4F-4CD4-8382-9BC907BD7DA6}"/>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786485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2026-10-03T16:20:56.9420000Z</dcterms:created>
  <dcterms:modified xsi:type="dcterms:W3CDTF">2026-10-03T16:20:56.9420000Z</dcterms:modified>
</coreProperties>
</file>