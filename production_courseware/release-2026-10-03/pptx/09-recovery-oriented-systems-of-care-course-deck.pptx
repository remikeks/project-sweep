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1ee54dd4934630" /><Relationship Type="http://schemas.openxmlformats.org/officeDocument/2006/relationships/extended-properties" Target="/docProps/app.xml" Id="R8aaa3cd6f0384c61" /><Relationship Type="http://schemas.openxmlformats.org/officeDocument/2006/relationships/officeDocument" Target="/ppt/presentation.xml" Id="Ra5712f8918604835" /></Relationships>
</file>

<file path=ppt/presentation.xml><?xml version="1.0" encoding="utf-8"?>
<p:presentation xmlns:p="http://schemas.openxmlformats.org/presentationml/2006/main">
  <p:sldMasterIdLst>
    <p:sldMasterId xmlns:r="http://schemas.openxmlformats.org/officeDocument/2006/relationships" id="2147483648" r:id="Rbb826e978b434201"/>
  </p:sldMasterIdLst>
  <p:notesMasterIdLst>
    <p:notesMasterId xmlns:r="http://schemas.openxmlformats.org/officeDocument/2006/relationships" r:id="R5fc7a23a23404cf8"/>
  </p:notesMasterIdLst>
  <p:sldIdLst>
    <p:sldId xmlns:r="http://schemas.openxmlformats.org/officeDocument/2006/relationships" id="256" r:id="Rfa122ef1aecc4de1"/>
    <p:sldId xmlns:r="http://schemas.openxmlformats.org/officeDocument/2006/relationships" id="257" r:id="Rfeae0ceca0484c4d"/>
    <p:sldId xmlns:r="http://schemas.openxmlformats.org/officeDocument/2006/relationships" id="258" r:id="R811cab5e2f4549ca"/>
    <p:sldId xmlns:r="http://schemas.openxmlformats.org/officeDocument/2006/relationships" id="259" r:id="R0f3b756e1dfb4269"/>
    <p:sldId xmlns:r="http://schemas.openxmlformats.org/officeDocument/2006/relationships" id="260" r:id="R4c0130572fa445d3"/>
    <p:sldId xmlns:r="http://schemas.openxmlformats.org/officeDocument/2006/relationships" id="261" r:id="R6d6fa470faaa49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b757e4b4774272" /><Relationship Type="http://schemas.openxmlformats.org/officeDocument/2006/relationships/slideMaster" Target="/ppt/slideMasters/slideMaster1.xml" Id="Rbb826e978b434201" /><Relationship Type="http://schemas.openxmlformats.org/officeDocument/2006/relationships/notesMaster" Target="/ppt/notesMasters/notesMaster1.xml" Id="R5fc7a23a23404cf8" /><Relationship Type="http://schemas.openxmlformats.org/officeDocument/2006/relationships/presProps" Target="/ppt/presProps.xml" Id="R5203f823218e4b0d" /><Relationship Type="http://schemas.openxmlformats.org/officeDocument/2006/relationships/tableStyles" Target="/ppt/tableStyles.xml" Id="R5ed5261cd1154d6c" /><Relationship Type="http://schemas.openxmlformats.org/officeDocument/2006/relationships/slide" Target="/ppt/slides/slide1.xml" Id="Rfa122ef1aecc4de1" /><Relationship Type="http://schemas.openxmlformats.org/officeDocument/2006/relationships/slide" Target="/ppt/slides/slide2.xml" Id="Rfeae0ceca0484c4d" /><Relationship Type="http://schemas.openxmlformats.org/officeDocument/2006/relationships/slide" Target="/ppt/slides/slide3.xml" Id="R811cab5e2f4549ca" /><Relationship Type="http://schemas.openxmlformats.org/officeDocument/2006/relationships/slide" Target="/ppt/slides/slide4.xml" Id="R0f3b756e1dfb4269" /><Relationship Type="http://schemas.openxmlformats.org/officeDocument/2006/relationships/slide" Target="/ppt/slides/slide5.xml" Id="R4c0130572fa445d3" /><Relationship Type="http://schemas.openxmlformats.org/officeDocument/2006/relationships/slide" Target="/ppt/slides/slide6.xml" Id="R6d6fa470faaa49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07999188d84c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a6610b97564052" /><Relationship Type="http://schemas.openxmlformats.org/officeDocument/2006/relationships/notesMaster" Target="/ppt/notesMasters/notesMaster1.xml" Id="R686897f3d4e849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87e0c429e24b73" /><Relationship Type="http://schemas.openxmlformats.org/officeDocument/2006/relationships/notesMaster" Target="/ppt/notesMasters/notesMaster1.xml" Id="R36077ecd9a4b4f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bd38a738e44eec" /><Relationship Type="http://schemas.openxmlformats.org/officeDocument/2006/relationships/notesMaster" Target="/ppt/notesMasters/notesMaster1.xml" Id="Re254a8d1c0c641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4b30f960694d59" /><Relationship Type="http://schemas.openxmlformats.org/officeDocument/2006/relationships/notesMaster" Target="/ppt/notesMasters/notesMaster1.xml" Id="Rb98beb77b47b46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8d4e3a43444d1b" /><Relationship Type="http://schemas.openxmlformats.org/officeDocument/2006/relationships/notesMaster" Target="/ppt/notesMasters/notesMaster1.xml" Id="R4df7a3b24dd944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2ebacb7f70443f" /><Relationship Type="http://schemas.openxmlformats.org/officeDocument/2006/relationships/notesMaster" Target="/ppt/notesMasters/notesMaster1.xml" Id="R4f813bdc851d40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840a50ca1e43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4a2e687cce4dc5" /><Relationship Type="http://schemas.openxmlformats.org/officeDocument/2006/relationships/slideLayout" Target="/ppt/slideLayouts/slideLayout1.xml" Id="Rae90399031d54d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90399031d54d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ec8f8cdf414100" /><Relationship Type="http://schemas.openxmlformats.org/officeDocument/2006/relationships/image" Target="/ppt/media/image.png" Id="R126210a092524037" /><Relationship Type="http://schemas.openxmlformats.org/officeDocument/2006/relationships/notesSlide" Target="/ppt/notesSlides/notesSlide1.xml" Id="R9eebce23d56a40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ebe354961e4cc9" /><Relationship Type="http://schemas.openxmlformats.org/officeDocument/2006/relationships/notesSlide" Target="/ppt/notesSlides/notesSlide2.xml" Id="R2a9a26e82cfc4a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99256a2aa04e53" /><Relationship Type="http://schemas.openxmlformats.org/officeDocument/2006/relationships/notesSlide" Target="/ppt/notesSlides/notesSlide3.xml" Id="R0fefcce7fe494f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8f7fc575a34e09" /><Relationship Type="http://schemas.openxmlformats.org/officeDocument/2006/relationships/notesSlide" Target="/ppt/notesSlides/notesSlide4.xml" Id="R3b071fc9ae304d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7fe0ef8a784b9b" /><Relationship Type="http://schemas.openxmlformats.org/officeDocument/2006/relationships/notesSlide" Target="/ppt/notesSlides/notesSlide5.xml" Id="R3d36d19c162249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1c9f7a93f543b3" /><Relationship Type="http://schemas.openxmlformats.org/officeDocument/2006/relationships/notesSlide" Target="/ppt/notesSlides/notesSlide6.xml" Id="R3b3f44fa777c426d"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26210a09252403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FB8967-B997-4272-9B8F-5366ACC8202D}"/>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Recovery-Oriented Systems of Care</a:t>
            </a:r>
          </a:p>
        </p:txBody>
      </p:sp>
      <p:sp>
        <p:nvSpPr>
          <p:cNvPr id="3" name="">
            <a:extLst xmlns:a="http://schemas.openxmlformats.org/drawingml/2006/main">
              <a:ext uri="{FF2B5EF4-FFF2-40B4-BE49-F238E27FC236}">
                <a16:creationId xmlns:a16="http://schemas.microsoft.com/office/drawing/2014/main" id="{9C471F6E-206C-4BA1-A16D-B7FFF966799E}"/>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Substance Use &amp; Addiction Recovery</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FE7DC88F-29B2-4C55-96F3-BBDD5CFEB964}"/>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319712285"/>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7316B9-F0F3-4939-8111-E318A805D961}"/>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EB52DEA9-597F-485F-87F1-7DE3AA0ECE7D}"/>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Coordinate strengths-based, long-term recovery supports across systems.</a:t>
            </a:r>
          </a:p>
        </p:txBody>
      </p:sp>
      <p:sp>
        <p:nvSpPr>
          <p:cNvPr id="3" name="">
            <a:extLst xmlns:a="http://schemas.openxmlformats.org/drawingml/2006/main">
              <a:ext uri="{FF2B5EF4-FFF2-40B4-BE49-F238E27FC236}">
                <a16:creationId xmlns:a16="http://schemas.microsoft.com/office/drawing/2014/main" id="{1685FAB8-8EC3-451C-94B9-4C60E3B0943E}"/>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A508BEBD-B9D8-466D-BE43-42C065B1B83A}"/>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0E559CF6-0474-417F-A288-A5819BCEFD2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93766556-355D-477E-A803-33FC7EFDDB2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5162808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7A3878-4F78-45B7-AB32-88A624C98B70}"/>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C88E8A06-9403-4E59-8220-651611C3DE56}"/>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Recovery orientation</a:t>
            </a:r>
          </a:p>
        </p:txBody>
      </p:sp>
      <p:sp>
        <p:nvSpPr>
          <p:cNvPr id="3" name="">
            <a:extLst xmlns:a="http://schemas.openxmlformats.org/drawingml/2006/main">
              <a:ext uri="{FF2B5EF4-FFF2-40B4-BE49-F238E27FC236}">
                <a16:creationId xmlns:a16="http://schemas.microsoft.com/office/drawing/2014/main" id="{E3C098CA-9CF8-4B14-BE28-A8A4D2FC3D3B}"/>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recovery capital, person-defined goals, peer support, and anti-stigma practice</a:t>
            </a:r>
          </a:p>
        </p:txBody>
      </p:sp>
      <p:sp>
        <p:nvSpPr>
          <p:cNvPr id="4" name="">
            <a:extLst xmlns:a="http://schemas.openxmlformats.org/drawingml/2006/main">
              <a:ext uri="{FF2B5EF4-FFF2-40B4-BE49-F238E27FC236}">
                <a16:creationId xmlns:a16="http://schemas.microsoft.com/office/drawing/2014/main" id="{0C115F6A-370F-4B90-B69B-6F3DFF11EE4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recovery capital, person-defined goals, peer support, and anti-stigma practice.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3B8FBF9E-BDB4-4890-A7D8-0E5EDFB576F8}"/>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A9EC2DF8-923B-4333-AA1F-80FB0ABB216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7D3F1F9D-AED6-4CEE-8E51-045BBE44AAE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3717954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D935A2-6BAF-4B87-993A-27E7EF57262A}"/>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7EAA1C28-2DB8-4A05-BDD9-D215B2F0C40E}"/>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Coordinated support</a:t>
            </a:r>
          </a:p>
        </p:txBody>
      </p:sp>
      <p:sp>
        <p:nvSpPr>
          <p:cNvPr id="3" name="">
            <a:extLst xmlns:a="http://schemas.openxmlformats.org/drawingml/2006/main">
              <a:ext uri="{FF2B5EF4-FFF2-40B4-BE49-F238E27FC236}">
                <a16:creationId xmlns:a16="http://schemas.microsoft.com/office/drawing/2014/main" id="{BED43DEF-7230-4D6B-B6DA-2A82D3A4BFC1}"/>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housing, employment, family, health, legal, and community supports</a:t>
            </a:r>
          </a:p>
        </p:txBody>
      </p:sp>
      <p:sp>
        <p:nvSpPr>
          <p:cNvPr id="4" name="">
            <a:extLst xmlns:a="http://schemas.openxmlformats.org/drawingml/2006/main">
              <a:ext uri="{FF2B5EF4-FFF2-40B4-BE49-F238E27FC236}">
                <a16:creationId xmlns:a16="http://schemas.microsoft.com/office/drawing/2014/main" id="{BA4AABAF-8D3C-4625-B7AC-99C4FEB5C7C2}"/>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housing, employment, family, health, legal, and community supports.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279C0AE9-091B-49A8-9152-48F765B34AB4}"/>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C4D1EAF4-D141-414F-A4BD-842FF8334BA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A4609BDF-2871-4AC2-9761-7702E53276D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668502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7CDAE3-F257-4B50-8BCA-5E0DCBF163DB}"/>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1D5EAA80-2A32-483D-BAF4-F6CBC24F38FA}"/>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Sustaining recovery</a:t>
            </a:r>
          </a:p>
        </p:txBody>
      </p:sp>
      <p:sp>
        <p:nvSpPr>
          <p:cNvPr id="3" name="">
            <a:extLst xmlns:a="http://schemas.openxmlformats.org/drawingml/2006/main">
              <a:ext uri="{FF2B5EF4-FFF2-40B4-BE49-F238E27FC236}">
                <a16:creationId xmlns:a16="http://schemas.microsoft.com/office/drawing/2014/main" id="{89F8C404-FBC1-4E04-AF63-309FCA358BE9}"/>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relapse-prevention planning, continuity of care, outcome monitoring, and lived-experience leadership</a:t>
            </a:r>
          </a:p>
        </p:txBody>
      </p:sp>
      <p:sp>
        <p:nvSpPr>
          <p:cNvPr id="4" name="">
            <a:extLst xmlns:a="http://schemas.openxmlformats.org/drawingml/2006/main">
              <a:ext uri="{FF2B5EF4-FFF2-40B4-BE49-F238E27FC236}">
                <a16:creationId xmlns:a16="http://schemas.microsoft.com/office/drawing/2014/main" id="{535CA33B-275C-4C49-96A6-E6BA7F39A00F}"/>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relapse-prevention planning, continuity of care, outcome monitoring, and lived-experience leadership.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0C0EBBA-A7A7-4209-8782-CC198F7081F7}"/>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2E7B035A-6BC6-4E3C-BA25-363791F0D497}"/>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6DEEE98E-410F-47B9-91E8-2E16FB4DD85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69987107"/>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BFB9BC-4181-497C-A809-FBBDC7C5CCDC}"/>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26A4EAF3-BA87-4B86-83F5-9AECA0E9E7A2}"/>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2563FD0C-8EBA-4166-AC69-36831162E1DD}"/>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0D393A80-262F-4519-95B4-BE44BFA1BC29}"/>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recovery principles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peer roles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whole-system coordination</a:t>
            </a:r>
          </a:p>
        </p:txBody>
      </p:sp>
      <p:sp>
        <p:nvSpPr>
          <p:cNvPr id="5" name="">
            <a:extLst xmlns:a="http://schemas.openxmlformats.org/drawingml/2006/main">
              <a:ext uri="{FF2B5EF4-FFF2-40B4-BE49-F238E27FC236}">
                <a16:creationId xmlns:a16="http://schemas.microsoft.com/office/drawing/2014/main" id="{6F3FD606-381B-4020-A3C7-67BA578E2591}"/>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A3607890-76FF-4255-82AC-9061C838520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7818BBAF-003F-431F-85DB-E743947C7C2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5074963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2026-10-03T16:21:04.8510000Z</dcterms:created>
  <dcterms:modified xsi:type="dcterms:W3CDTF">2026-10-03T16:21:04.8510000Z</dcterms:modified>
</coreProperties>
</file>