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25da1c64d74d5c" /><Relationship Type="http://schemas.openxmlformats.org/officeDocument/2006/relationships/extended-properties" Target="/docProps/app.xml" Id="Rdc54a8d0b3284844" /><Relationship Type="http://schemas.openxmlformats.org/officeDocument/2006/relationships/officeDocument" Target="/ppt/presentation.xml" Id="R090065efbf46406f" /></Relationships>
</file>

<file path=ppt/presentation.xml><?xml version="1.0" encoding="utf-8"?>
<p:presentation xmlns:p="http://schemas.openxmlformats.org/presentationml/2006/main">
  <p:sldMasterIdLst>
    <p:sldMasterId xmlns:r="http://schemas.openxmlformats.org/officeDocument/2006/relationships" id="2147483648" r:id="R8ee85781e1e54915"/>
  </p:sldMasterIdLst>
  <p:notesMasterIdLst>
    <p:notesMasterId xmlns:r="http://schemas.openxmlformats.org/officeDocument/2006/relationships" r:id="R5e861c4800414a98"/>
  </p:notesMasterIdLst>
  <p:sldIdLst>
    <p:sldId xmlns:r="http://schemas.openxmlformats.org/officeDocument/2006/relationships" id="256" r:id="Rd90166e2b4514456"/>
    <p:sldId xmlns:r="http://schemas.openxmlformats.org/officeDocument/2006/relationships" id="257" r:id="R7403015ef8c8431d"/>
    <p:sldId xmlns:r="http://schemas.openxmlformats.org/officeDocument/2006/relationships" id="258" r:id="R1d95c16d81ab4b82"/>
    <p:sldId xmlns:r="http://schemas.openxmlformats.org/officeDocument/2006/relationships" id="259" r:id="Radf59f56856c47c2"/>
    <p:sldId xmlns:r="http://schemas.openxmlformats.org/officeDocument/2006/relationships" id="260" r:id="R17bb7ef0785b48a3"/>
    <p:sldId xmlns:r="http://schemas.openxmlformats.org/officeDocument/2006/relationships" id="261" r:id="R5e912a9e90c64f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40bf92382040ab" /><Relationship Type="http://schemas.openxmlformats.org/officeDocument/2006/relationships/slideMaster" Target="/ppt/slideMasters/slideMaster1.xml" Id="R8ee85781e1e54915" /><Relationship Type="http://schemas.openxmlformats.org/officeDocument/2006/relationships/notesMaster" Target="/ppt/notesMasters/notesMaster1.xml" Id="R5e861c4800414a98" /><Relationship Type="http://schemas.openxmlformats.org/officeDocument/2006/relationships/presProps" Target="/ppt/presProps.xml" Id="Ra1083fb5f1394dfb" /><Relationship Type="http://schemas.openxmlformats.org/officeDocument/2006/relationships/tableStyles" Target="/ppt/tableStyles.xml" Id="R785ae3ccf56b4c8a" /><Relationship Type="http://schemas.openxmlformats.org/officeDocument/2006/relationships/slide" Target="/ppt/slides/slide1.xml" Id="Rd90166e2b4514456" /><Relationship Type="http://schemas.openxmlformats.org/officeDocument/2006/relationships/slide" Target="/ppt/slides/slide2.xml" Id="R7403015ef8c8431d" /><Relationship Type="http://schemas.openxmlformats.org/officeDocument/2006/relationships/slide" Target="/ppt/slides/slide3.xml" Id="R1d95c16d81ab4b82" /><Relationship Type="http://schemas.openxmlformats.org/officeDocument/2006/relationships/slide" Target="/ppt/slides/slide4.xml" Id="Radf59f56856c47c2" /><Relationship Type="http://schemas.openxmlformats.org/officeDocument/2006/relationships/slide" Target="/ppt/slides/slide5.xml" Id="R17bb7ef0785b48a3" /><Relationship Type="http://schemas.openxmlformats.org/officeDocument/2006/relationships/slide" Target="/ppt/slides/slide6.xml" Id="R5e912a9e90c64f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e9c81d874b45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60408cf7cd4743" /><Relationship Type="http://schemas.openxmlformats.org/officeDocument/2006/relationships/notesMaster" Target="/ppt/notesMasters/notesMaster1.xml" Id="R7b218f58a20f4d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6f86a38fdc4941" /><Relationship Type="http://schemas.openxmlformats.org/officeDocument/2006/relationships/notesMaster" Target="/ppt/notesMasters/notesMaster1.xml" Id="R32dc57ab80f04f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77c34ffd0c49d5" /><Relationship Type="http://schemas.openxmlformats.org/officeDocument/2006/relationships/notesMaster" Target="/ppt/notesMasters/notesMaster1.xml" Id="Rfb5c4d70801449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ffc912c84b48fa" /><Relationship Type="http://schemas.openxmlformats.org/officeDocument/2006/relationships/notesMaster" Target="/ppt/notesMasters/notesMaster1.xml" Id="R9153cc5daecf46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113aba934248da" /><Relationship Type="http://schemas.openxmlformats.org/officeDocument/2006/relationships/notesMaster" Target="/ppt/notesMasters/notesMaster1.xml" Id="R361f44608f6542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639c0c3aad426d" /><Relationship Type="http://schemas.openxmlformats.org/officeDocument/2006/relationships/notesMaster" Target="/ppt/notesMasters/notesMaster1.xml" Id="R34515f51c9ac4e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b847227a9a45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9d6750c1944b3c" /><Relationship Type="http://schemas.openxmlformats.org/officeDocument/2006/relationships/slideLayout" Target="/ppt/slideLayouts/slideLayout1.xml" Id="R9beb37bf009d44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eb37bf009d44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641e4e93e34a96" /><Relationship Type="http://schemas.openxmlformats.org/officeDocument/2006/relationships/image" Target="/ppt/media/image.png" Id="Ra6059f54ed7e4b7a" /><Relationship Type="http://schemas.openxmlformats.org/officeDocument/2006/relationships/notesSlide" Target="/ppt/notesSlides/notesSlide1.xml" Id="R372654c555bb4d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d4fe7704234a33" /><Relationship Type="http://schemas.openxmlformats.org/officeDocument/2006/relationships/notesSlide" Target="/ppt/notesSlides/notesSlide2.xml" Id="R10a2fc8bed8e47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72527221ab49f1" /><Relationship Type="http://schemas.openxmlformats.org/officeDocument/2006/relationships/notesSlide" Target="/ppt/notesSlides/notesSlide3.xml" Id="R21f7c5623bf540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75c54669404221" /><Relationship Type="http://schemas.openxmlformats.org/officeDocument/2006/relationships/notesSlide" Target="/ppt/notesSlides/notesSlide4.xml" Id="Ra0a141d8b51846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10b7f7a3e243a3" /><Relationship Type="http://schemas.openxmlformats.org/officeDocument/2006/relationships/notesSlide" Target="/ppt/notesSlides/notesSlide5.xml" Id="R62a25ab46afb4c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e8fb998c0c4f0f" /><Relationship Type="http://schemas.openxmlformats.org/officeDocument/2006/relationships/notesSlide" Target="/ppt/notesSlides/notesSlide6.xml" Id="R2d3e50fff22d42cb"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6059f54ed7e4b7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5F676B-5929-40A2-B440-75D9EE5490AA}"/>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Aging in Place &amp; Independent Living</a:t>
            </a:r>
          </a:p>
        </p:txBody>
      </p:sp>
      <p:sp>
        <p:nvSpPr>
          <p:cNvPr id="3" name="">
            <a:extLst xmlns:a="http://schemas.openxmlformats.org/drawingml/2006/main">
              <a:ext uri="{FF2B5EF4-FFF2-40B4-BE49-F238E27FC236}">
                <a16:creationId xmlns:a16="http://schemas.microsoft.com/office/drawing/2014/main" id="{C9291F97-6C77-4864-B6A3-0ACAC51B65C4}"/>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Gerontology &amp; Aging Services</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B43C06B2-394B-4814-82EE-AE84453124E4}"/>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91694257"/>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2A5316-020D-479C-AAC4-78B21DEB4B91}"/>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C2459BD4-B4CC-4990-90B0-EC4E634BF1BD}"/>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Assess and support safe, dignified independent living for older adults.</a:t>
            </a:r>
          </a:p>
        </p:txBody>
      </p:sp>
      <p:sp>
        <p:nvSpPr>
          <p:cNvPr id="3" name="">
            <a:extLst xmlns:a="http://schemas.openxmlformats.org/drawingml/2006/main">
              <a:ext uri="{FF2B5EF4-FFF2-40B4-BE49-F238E27FC236}">
                <a16:creationId xmlns:a16="http://schemas.microsoft.com/office/drawing/2014/main" id="{0B4CB733-5B58-43A7-BA9D-60F5EC325790}"/>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7435650B-8BA7-4EA3-8F43-2B93205D672E}"/>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53B4BDD2-5B7D-4BA1-8137-6C33B777292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69025C1B-DB96-4AE0-A44F-7F5DC9065EB1}"/>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21319140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322579-4A56-41B2-8B17-995C0DE70D96}"/>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05FDC902-92C0-4F30-82E5-CD9B369DA45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Person-centred ageing</a:t>
            </a:r>
          </a:p>
        </p:txBody>
      </p:sp>
      <p:sp>
        <p:nvSpPr>
          <p:cNvPr id="3" name="">
            <a:extLst xmlns:a="http://schemas.openxmlformats.org/drawingml/2006/main">
              <a:ext uri="{FF2B5EF4-FFF2-40B4-BE49-F238E27FC236}">
                <a16:creationId xmlns:a16="http://schemas.microsoft.com/office/drawing/2014/main" id="{2D371AB8-1075-4720-B34B-6F867A616EB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autonomy, capacity, culture, rights, and social determinants</a:t>
            </a:r>
          </a:p>
        </p:txBody>
      </p:sp>
      <p:sp>
        <p:nvSpPr>
          <p:cNvPr id="4" name="">
            <a:extLst xmlns:a="http://schemas.openxmlformats.org/drawingml/2006/main">
              <a:ext uri="{FF2B5EF4-FFF2-40B4-BE49-F238E27FC236}">
                <a16:creationId xmlns:a16="http://schemas.microsoft.com/office/drawing/2014/main" id="{D81D7FC2-609B-4CBF-B9DD-C31D38423E10}"/>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autonomy, capacity, culture, rights, and social determinants.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DD40770-FF2B-4226-A2B4-9FE75521ADE0}"/>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765308E3-0E99-4DDA-A3CB-9BA5991F666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2C95918-8D3F-47BF-8370-566466876A3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2884565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3312CC-FBC8-4B23-AACD-4E100C02B7A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5C46720F-2FFC-49E1-9143-2E30DAC0D43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Home and community assessment</a:t>
            </a:r>
          </a:p>
        </p:txBody>
      </p:sp>
      <p:sp>
        <p:nvSpPr>
          <p:cNvPr id="3" name="">
            <a:extLst xmlns:a="http://schemas.openxmlformats.org/drawingml/2006/main">
              <a:ext uri="{FF2B5EF4-FFF2-40B4-BE49-F238E27FC236}">
                <a16:creationId xmlns:a16="http://schemas.microsoft.com/office/drawing/2014/main" id="{0D80CD37-D102-43C5-B857-5C77725DC448}"/>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falls, accessibility, medication/health supports, isolation, and caregiver capacity</a:t>
            </a:r>
          </a:p>
        </p:txBody>
      </p:sp>
      <p:sp>
        <p:nvSpPr>
          <p:cNvPr id="4" name="">
            <a:extLst xmlns:a="http://schemas.openxmlformats.org/drawingml/2006/main">
              <a:ext uri="{FF2B5EF4-FFF2-40B4-BE49-F238E27FC236}">
                <a16:creationId xmlns:a16="http://schemas.microsoft.com/office/drawing/2014/main" id="{F96BD5C0-6DCC-4513-93D5-D2329D7F6FAB}"/>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falls, accessibility, medication/health supports, isolation, and caregiver capacity.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1126C35-6578-4294-98FE-EFBF923C46EC}"/>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3CCF4B49-FB1E-4153-AB3A-800698E68126}"/>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5694509-B847-44F1-9388-41E8D0D1BED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5407459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D0C2EC-3C7E-45E4-BBC6-9F6C83CE9CD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2BF9EA57-D8DB-4323-B41B-69AEAAB9A2F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Coordinated ageing-in-place plan</a:t>
            </a:r>
          </a:p>
        </p:txBody>
      </p:sp>
      <p:sp>
        <p:nvSpPr>
          <p:cNvPr id="3" name="">
            <a:extLst xmlns:a="http://schemas.openxmlformats.org/drawingml/2006/main">
              <a:ext uri="{FF2B5EF4-FFF2-40B4-BE49-F238E27FC236}">
                <a16:creationId xmlns:a16="http://schemas.microsoft.com/office/drawing/2014/main" id="{24E1424C-85C0-45D1-B7F7-0E5FEBB6F2E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services, technology, family collaboration, review, and safeguarding</a:t>
            </a:r>
          </a:p>
        </p:txBody>
      </p:sp>
      <p:sp>
        <p:nvSpPr>
          <p:cNvPr id="4" name="">
            <a:extLst xmlns:a="http://schemas.openxmlformats.org/drawingml/2006/main">
              <a:ext uri="{FF2B5EF4-FFF2-40B4-BE49-F238E27FC236}">
                <a16:creationId xmlns:a16="http://schemas.microsoft.com/office/drawing/2014/main" id="{1298CD49-4B8A-42E2-B83B-03B8F58662E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services, technology, family collaboration, review, and safeguarding.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AE342DE4-437D-4E26-BB2B-9B02B8021FBF}"/>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3D491BDE-F98E-404C-BED4-0684341200A0}"/>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CF17CBD4-38CB-481B-BA84-339F0D76502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488191507"/>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F617D9-21EC-4501-BBE0-1ED4355D825E}"/>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A19801AF-7AB8-48FF-9746-2BB6DE71DF18}"/>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141F3881-FBA0-474A-A05C-F9C7C9C8DDB0}"/>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FF9139E2-3BA9-43EC-BAEF-67BE3D110B6B}"/>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risk factors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autonomy</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supports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review</a:t>
            </a:r>
          </a:p>
        </p:txBody>
      </p:sp>
      <p:sp>
        <p:nvSpPr>
          <p:cNvPr id="5" name="">
            <a:extLst xmlns:a="http://schemas.openxmlformats.org/drawingml/2006/main">
              <a:ext uri="{FF2B5EF4-FFF2-40B4-BE49-F238E27FC236}">
                <a16:creationId xmlns:a16="http://schemas.microsoft.com/office/drawing/2014/main" id="{C732740C-A1DC-4B50-ABB2-70555488AB71}"/>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14B14399-034E-451B-AFB4-5100822BBED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1B40C3E-0227-44D3-828D-A72538552320}"/>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245968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2026-10-03T16:21:11.5510000Z</dcterms:created>
  <dcterms:modified xsi:type="dcterms:W3CDTF">2026-10-03T16:21:11.5510000Z</dcterms:modified>
</coreProperties>
</file>