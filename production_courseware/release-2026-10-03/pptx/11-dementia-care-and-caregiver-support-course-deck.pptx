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f0b3b90a3540cd" /><Relationship Type="http://schemas.openxmlformats.org/officeDocument/2006/relationships/extended-properties" Target="/docProps/app.xml" Id="R1ceed65f807f4e9c" /><Relationship Type="http://schemas.openxmlformats.org/officeDocument/2006/relationships/officeDocument" Target="/ppt/presentation.xml" Id="Rfd81946f7f1247ff" /></Relationships>
</file>

<file path=ppt/presentation.xml><?xml version="1.0" encoding="utf-8"?>
<p:presentation xmlns:p="http://schemas.openxmlformats.org/presentationml/2006/main">
  <p:sldMasterIdLst>
    <p:sldMasterId xmlns:r="http://schemas.openxmlformats.org/officeDocument/2006/relationships" id="2147483648" r:id="Rd8277ca1fdd54244"/>
  </p:sldMasterIdLst>
  <p:notesMasterIdLst>
    <p:notesMasterId xmlns:r="http://schemas.openxmlformats.org/officeDocument/2006/relationships" r:id="Rf72c57b6965844b7"/>
  </p:notesMasterIdLst>
  <p:sldIdLst>
    <p:sldId xmlns:r="http://schemas.openxmlformats.org/officeDocument/2006/relationships" id="256" r:id="Rbb7dcc5b550e4c51"/>
    <p:sldId xmlns:r="http://schemas.openxmlformats.org/officeDocument/2006/relationships" id="257" r:id="R1745b4d751e2464c"/>
    <p:sldId xmlns:r="http://schemas.openxmlformats.org/officeDocument/2006/relationships" id="258" r:id="R460e0e592114479b"/>
    <p:sldId xmlns:r="http://schemas.openxmlformats.org/officeDocument/2006/relationships" id="259" r:id="Reacd67cc3f98479f"/>
    <p:sldId xmlns:r="http://schemas.openxmlformats.org/officeDocument/2006/relationships" id="260" r:id="R3e75eb713f4e431e"/>
    <p:sldId xmlns:r="http://schemas.openxmlformats.org/officeDocument/2006/relationships" id="261" r:id="R0d38d7aaf37b45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89d7d6026b401d" /><Relationship Type="http://schemas.openxmlformats.org/officeDocument/2006/relationships/slideMaster" Target="/ppt/slideMasters/slideMaster1.xml" Id="Rd8277ca1fdd54244" /><Relationship Type="http://schemas.openxmlformats.org/officeDocument/2006/relationships/notesMaster" Target="/ppt/notesMasters/notesMaster1.xml" Id="Rf72c57b6965844b7" /><Relationship Type="http://schemas.openxmlformats.org/officeDocument/2006/relationships/presProps" Target="/ppt/presProps.xml" Id="Raec7c60002524e90" /><Relationship Type="http://schemas.openxmlformats.org/officeDocument/2006/relationships/tableStyles" Target="/ppt/tableStyles.xml" Id="R476c4e2882704caa" /><Relationship Type="http://schemas.openxmlformats.org/officeDocument/2006/relationships/slide" Target="/ppt/slides/slide1.xml" Id="Rbb7dcc5b550e4c51" /><Relationship Type="http://schemas.openxmlformats.org/officeDocument/2006/relationships/slide" Target="/ppt/slides/slide2.xml" Id="R1745b4d751e2464c" /><Relationship Type="http://schemas.openxmlformats.org/officeDocument/2006/relationships/slide" Target="/ppt/slides/slide3.xml" Id="R460e0e592114479b" /><Relationship Type="http://schemas.openxmlformats.org/officeDocument/2006/relationships/slide" Target="/ppt/slides/slide4.xml" Id="Reacd67cc3f98479f" /><Relationship Type="http://schemas.openxmlformats.org/officeDocument/2006/relationships/slide" Target="/ppt/slides/slide5.xml" Id="R3e75eb713f4e431e" /><Relationship Type="http://schemas.openxmlformats.org/officeDocument/2006/relationships/slide" Target="/ppt/slides/slide6.xml" Id="R0d38d7aaf37b45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f83d774f484e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ede05899a24a33" /><Relationship Type="http://schemas.openxmlformats.org/officeDocument/2006/relationships/notesMaster" Target="/ppt/notesMasters/notesMaster1.xml" Id="R49efef914ce54e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765b5436a74ab9" /><Relationship Type="http://schemas.openxmlformats.org/officeDocument/2006/relationships/notesMaster" Target="/ppt/notesMasters/notesMaster1.xml" Id="Rfab8390d524a40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0ea5eca1f34b0a" /><Relationship Type="http://schemas.openxmlformats.org/officeDocument/2006/relationships/notesMaster" Target="/ppt/notesMasters/notesMaster1.xml" Id="Rc6e14e65aa7446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5b93024b344b7d" /><Relationship Type="http://schemas.openxmlformats.org/officeDocument/2006/relationships/notesMaster" Target="/ppt/notesMasters/notesMaster1.xml" Id="R6a1d3379299942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1702e170214ac1" /><Relationship Type="http://schemas.openxmlformats.org/officeDocument/2006/relationships/notesMaster" Target="/ppt/notesMasters/notesMaster1.xml" Id="R11d7653c139d4b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424a59b5c24f5a" /><Relationship Type="http://schemas.openxmlformats.org/officeDocument/2006/relationships/notesMaster" Target="/ppt/notesMasters/notesMaster1.xml" Id="R618d8f9a4c9940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c34ee20ed04c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d08a8023e4572" /><Relationship Type="http://schemas.openxmlformats.org/officeDocument/2006/relationships/slideLayout" Target="/ppt/slideLayouts/slideLayout1.xml" Id="Rae200cb0666b4c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200cb0666b4c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2a25f5b16d4282" /><Relationship Type="http://schemas.openxmlformats.org/officeDocument/2006/relationships/image" Target="/ppt/media/image.png" Id="R14bd4b21b6d94677" /><Relationship Type="http://schemas.openxmlformats.org/officeDocument/2006/relationships/notesSlide" Target="/ppt/notesSlides/notesSlide1.xml" Id="R59f4eaf9810a43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6253b63e7446dc" /><Relationship Type="http://schemas.openxmlformats.org/officeDocument/2006/relationships/notesSlide" Target="/ppt/notesSlides/notesSlide2.xml" Id="Rf3f20328fad442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fa6dcb87b4466f" /><Relationship Type="http://schemas.openxmlformats.org/officeDocument/2006/relationships/notesSlide" Target="/ppt/notesSlides/notesSlide3.xml" Id="R02947d57f5d647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91c7a2139c406a" /><Relationship Type="http://schemas.openxmlformats.org/officeDocument/2006/relationships/notesSlide" Target="/ppt/notesSlides/notesSlide4.xml" Id="R13478321965f47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a9f3cfa04c4e8e" /><Relationship Type="http://schemas.openxmlformats.org/officeDocument/2006/relationships/notesSlide" Target="/ppt/notesSlides/notesSlide5.xml" Id="Rf335fa94683c49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4da850a7be448a" /><Relationship Type="http://schemas.openxmlformats.org/officeDocument/2006/relationships/notesSlide" Target="/ppt/notesSlides/notesSlide6.xml" Id="R3fd2ccf62986442d"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4bd4b21b6d946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EE66C5B-12C4-4A07-8351-D046F366E625}"/>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Dementia Care &amp; Caregiver Support</a:t>
            </a:r>
          </a:p>
        </p:txBody>
      </p:sp>
      <p:sp>
        <p:nvSpPr>
          <p:cNvPr id="3" name="">
            <a:extLst xmlns:a="http://schemas.openxmlformats.org/drawingml/2006/main">
              <a:ext uri="{FF2B5EF4-FFF2-40B4-BE49-F238E27FC236}">
                <a16:creationId xmlns:a16="http://schemas.microsoft.com/office/drawing/2014/main" id="{2795CC06-BA7C-4320-B419-3A9E7B8FEF5F}"/>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Gerontology &amp; Aging Services</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ED7DECEC-8321-47DF-A44B-58B501D4B210}"/>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2879862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091EDA-F568-4E25-9CE4-BB2B044D1896}"/>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4EF8B41E-08B8-49C8-AABA-8F075560B6A4}"/>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Apply person-centred approaches to dementia support and caregiver wellbeing.</a:t>
            </a:r>
          </a:p>
        </p:txBody>
      </p:sp>
      <p:sp>
        <p:nvSpPr>
          <p:cNvPr id="3" name="">
            <a:extLst xmlns:a="http://schemas.openxmlformats.org/drawingml/2006/main">
              <a:ext uri="{FF2B5EF4-FFF2-40B4-BE49-F238E27FC236}">
                <a16:creationId xmlns:a16="http://schemas.microsoft.com/office/drawing/2014/main" id="{C3CB5C7F-9D82-4250-82AE-8B8BAD55DE8A}"/>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2F19FB54-378F-41B6-B872-289232153BFC}"/>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58E6C4BB-4FF0-4D43-BD25-E282E7FBB1B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CFE2C2E6-23C3-4757-9EC3-87664C6D7BB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189822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D7F209-6874-488A-8ABD-CE2028A03EE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6C7DE1CD-52DC-4B50-94F6-3C89FAC943B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Understanding dementia</a:t>
            </a:r>
          </a:p>
        </p:txBody>
      </p:sp>
      <p:sp>
        <p:nvSpPr>
          <p:cNvPr id="3" name="">
            <a:extLst xmlns:a="http://schemas.openxmlformats.org/drawingml/2006/main">
              <a:ext uri="{FF2B5EF4-FFF2-40B4-BE49-F238E27FC236}">
                <a16:creationId xmlns:a16="http://schemas.microsoft.com/office/drawing/2014/main" id="{0E31F679-F30A-4466-A49F-9EC787A104E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common presentations, communication, stigma, and preserving identity</a:t>
            </a:r>
          </a:p>
        </p:txBody>
      </p:sp>
      <p:sp>
        <p:nvSpPr>
          <p:cNvPr id="4" name="">
            <a:extLst xmlns:a="http://schemas.openxmlformats.org/drawingml/2006/main">
              <a:ext uri="{FF2B5EF4-FFF2-40B4-BE49-F238E27FC236}">
                <a16:creationId xmlns:a16="http://schemas.microsoft.com/office/drawing/2014/main" id="{D6198189-6C64-4038-A751-AB61083A440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common presentations, communication, stigma, and preserving identity.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BD0C270-D158-4AC4-99D9-774C5D3531E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A2D1105-D56F-436D-A0BF-2F2D3B76EF1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4F4C884-D75C-415B-AC1F-E4E8999FC1C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2568661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E4E9BE-8571-422F-AB71-82BD193CB3A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6CF3248B-888B-468E-B4F7-BA5134457E4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Daily support and responsive care</a:t>
            </a:r>
          </a:p>
        </p:txBody>
      </p:sp>
      <p:sp>
        <p:nvSpPr>
          <p:cNvPr id="3" name="">
            <a:extLst xmlns:a="http://schemas.openxmlformats.org/drawingml/2006/main">
              <a:ext uri="{FF2B5EF4-FFF2-40B4-BE49-F238E27FC236}">
                <a16:creationId xmlns:a16="http://schemas.microsoft.com/office/drawing/2014/main" id="{4279C3C1-7E10-4354-94CE-22FC4814C9E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environment, routines, distress behaviours, consent, and family partnership</a:t>
            </a:r>
          </a:p>
        </p:txBody>
      </p:sp>
      <p:sp>
        <p:nvSpPr>
          <p:cNvPr id="4" name="">
            <a:extLst xmlns:a="http://schemas.openxmlformats.org/drawingml/2006/main">
              <a:ext uri="{FF2B5EF4-FFF2-40B4-BE49-F238E27FC236}">
                <a16:creationId xmlns:a16="http://schemas.microsoft.com/office/drawing/2014/main" id="{FD33E16B-FD3B-45D6-B3F0-283EC333D1F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environment, routines, distress behaviours, consent, and family partnership.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993F71B2-3565-46A3-ADE7-0BFC6D95DE0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0A88E82D-B5B6-40F4-91E3-D1357157E89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BFAB181-122F-470A-9AE2-943A1F580F1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0160084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654F6D-4EF6-4E52-A6EC-ACAFA6393772}"/>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A6C8F205-E79B-438E-9781-B3B4AF259F0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Caregiver support</a:t>
            </a:r>
          </a:p>
        </p:txBody>
      </p:sp>
      <p:sp>
        <p:nvSpPr>
          <p:cNvPr id="3" name="">
            <a:extLst xmlns:a="http://schemas.openxmlformats.org/drawingml/2006/main">
              <a:ext uri="{FF2B5EF4-FFF2-40B4-BE49-F238E27FC236}">
                <a16:creationId xmlns:a16="http://schemas.microsoft.com/office/drawing/2014/main" id="{3E264A80-4D66-42BC-80E5-AAB97C7D7420}"/>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burden, respite, education, crisis planning, and referral</a:t>
            </a:r>
          </a:p>
        </p:txBody>
      </p:sp>
      <p:sp>
        <p:nvSpPr>
          <p:cNvPr id="4" name="">
            <a:extLst xmlns:a="http://schemas.openxmlformats.org/drawingml/2006/main">
              <a:ext uri="{FF2B5EF4-FFF2-40B4-BE49-F238E27FC236}">
                <a16:creationId xmlns:a16="http://schemas.microsoft.com/office/drawing/2014/main" id="{C3E6643D-E860-4950-9FA1-01F9174D8871}"/>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burden, respite, education, crisis planning, and referral.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2557CE7-FA05-4BB7-B82B-521B235DCF57}"/>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06BFC3D-4A39-4E88-9355-3EC32E7F759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E03DB907-F39E-4179-9A57-3691EE88885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904568966"/>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23119-3A70-4B11-B715-0E4E96A55A69}"/>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07C3BAD8-E22B-4EED-8BC0-630608050A77}"/>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E6BE2770-9BFE-4530-A276-BC86FE79DCE3}"/>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399EAFAC-D96E-4460-9EB8-58F725576731}"/>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person-centred care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communication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caregiver supports</a:t>
            </a:r>
          </a:p>
        </p:txBody>
      </p:sp>
      <p:sp>
        <p:nvSpPr>
          <p:cNvPr id="5" name="">
            <a:extLst xmlns:a="http://schemas.openxmlformats.org/drawingml/2006/main">
              <a:ext uri="{FF2B5EF4-FFF2-40B4-BE49-F238E27FC236}">
                <a16:creationId xmlns:a16="http://schemas.microsoft.com/office/drawing/2014/main" id="{54E18382-C7E8-4A56-BF08-27EDA9DE4E12}"/>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29E831CE-EA5C-48D5-A855-865D535490A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F072C51-77B2-481F-A458-1F7CC8C7A6E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192661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2026-10-03T16:21:18.2830000Z</dcterms:created>
  <dcterms:modified xsi:type="dcterms:W3CDTF">2026-10-03T16:21:18.2830000Z</dcterms:modified>
</coreProperties>
</file>