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34a20ca67d47c9" /><Relationship Type="http://schemas.openxmlformats.org/officeDocument/2006/relationships/extended-properties" Target="/docProps/app.xml" Id="Rf69a939048bb450d" /><Relationship Type="http://schemas.openxmlformats.org/officeDocument/2006/relationships/officeDocument" Target="/ppt/presentation.xml" Id="R256a1c6e9d6747ea" /></Relationships>
</file>

<file path=ppt/presentation.xml><?xml version="1.0" encoding="utf-8"?>
<p:presentation xmlns:p="http://schemas.openxmlformats.org/presentationml/2006/main">
  <p:sldMasterIdLst>
    <p:sldMasterId xmlns:r="http://schemas.openxmlformats.org/officeDocument/2006/relationships" id="2147483648" r:id="R6033c930d2204649"/>
  </p:sldMasterIdLst>
  <p:notesMasterIdLst>
    <p:notesMasterId xmlns:r="http://schemas.openxmlformats.org/officeDocument/2006/relationships" r:id="R7b5f8a80ad744b78"/>
  </p:notesMasterIdLst>
  <p:sldIdLst>
    <p:sldId xmlns:r="http://schemas.openxmlformats.org/officeDocument/2006/relationships" id="256" r:id="Rf9b93d989dc64a9b"/>
    <p:sldId xmlns:r="http://schemas.openxmlformats.org/officeDocument/2006/relationships" id="257" r:id="R4afa5fd872e84a1f"/>
    <p:sldId xmlns:r="http://schemas.openxmlformats.org/officeDocument/2006/relationships" id="258" r:id="R92b656bc6ef64932"/>
    <p:sldId xmlns:r="http://schemas.openxmlformats.org/officeDocument/2006/relationships" id="259" r:id="Rbf10ebd3f5d24120"/>
    <p:sldId xmlns:r="http://schemas.openxmlformats.org/officeDocument/2006/relationships" id="260" r:id="R1130312773b14536"/>
    <p:sldId xmlns:r="http://schemas.openxmlformats.org/officeDocument/2006/relationships" id="261" r:id="R5c0bd42931114a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df1b7f4164860" /><Relationship Type="http://schemas.openxmlformats.org/officeDocument/2006/relationships/slideMaster" Target="/ppt/slideMasters/slideMaster1.xml" Id="R6033c930d2204649" /><Relationship Type="http://schemas.openxmlformats.org/officeDocument/2006/relationships/notesMaster" Target="/ppt/notesMasters/notesMaster1.xml" Id="R7b5f8a80ad744b78" /><Relationship Type="http://schemas.openxmlformats.org/officeDocument/2006/relationships/presProps" Target="/ppt/presProps.xml" Id="R8eeba1c1cdc844d5" /><Relationship Type="http://schemas.openxmlformats.org/officeDocument/2006/relationships/tableStyles" Target="/ppt/tableStyles.xml" Id="Ra728bbafb4c34556" /><Relationship Type="http://schemas.openxmlformats.org/officeDocument/2006/relationships/slide" Target="/ppt/slides/slide1.xml" Id="Rf9b93d989dc64a9b" /><Relationship Type="http://schemas.openxmlformats.org/officeDocument/2006/relationships/slide" Target="/ppt/slides/slide2.xml" Id="R4afa5fd872e84a1f" /><Relationship Type="http://schemas.openxmlformats.org/officeDocument/2006/relationships/slide" Target="/ppt/slides/slide3.xml" Id="R92b656bc6ef64932" /><Relationship Type="http://schemas.openxmlformats.org/officeDocument/2006/relationships/slide" Target="/ppt/slides/slide4.xml" Id="Rbf10ebd3f5d24120" /><Relationship Type="http://schemas.openxmlformats.org/officeDocument/2006/relationships/slide" Target="/ppt/slides/slide5.xml" Id="R1130312773b14536" /><Relationship Type="http://schemas.openxmlformats.org/officeDocument/2006/relationships/slide" Target="/ppt/slides/slide6.xml" Id="R5c0bd42931114a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037dda072c45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df32ce1c8a452e" /><Relationship Type="http://schemas.openxmlformats.org/officeDocument/2006/relationships/notesMaster" Target="/ppt/notesMasters/notesMaster1.xml" Id="R2e8a86c4828f4e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7afd9128724507" /><Relationship Type="http://schemas.openxmlformats.org/officeDocument/2006/relationships/notesMaster" Target="/ppt/notesMasters/notesMaster1.xml" Id="Rbd164571a3964c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08d0182087479e" /><Relationship Type="http://schemas.openxmlformats.org/officeDocument/2006/relationships/notesMaster" Target="/ppt/notesMasters/notesMaster1.xml" Id="R545771507d0b4e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8d6a272cbb49a8" /><Relationship Type="http://schemas.openxmlformats.org/officeDocument/2006/relationships/notesMaster" Target="/ppt/notesMasters/notesMaster1.xml" Id="R8ea9eb65dae047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b6d7d53d64aeb" /><Relationship Type="http://schemas.openxmlformats.org/officeDocument/2006/relationships/notesMaster" Target="/ppt/notesMasters/notesMaster1.xml" Id="R17404ef51edc49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89dc351dde4d19" /><Relationship Type="http://schemas.openxmlformats.org/officeDocument/2006/relationships/notesMaster" Target="/ppt/notesMasters/notesMaster1.xml" Id="R94e8aabfb85746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6406e0c1b045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6fc284aadd4f06" /><Relationship Type="http://schemas.openxmlformats.org/officeDocument/2006/relationships/slideLayout" Target="/ppt/slideLayouts/slideLayout1.xml" Id="R68aebdc70a784e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ebdc70a784e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79ba491d40477a" /><Relationship Type="http://schemas.openxmlformats.org/officeDocument/2006/relationships/image" Target="/ppt/media/image.png" Id="Rfc64c46c92614455" /><Relationship Type="http://schemas.openxmlformats.org/officeDocument/2006/relationships/notesSlide" Target="/ppt/notesSlides/notesSlide1.xml" Id="R2d188a189eb048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a0c02da61e4fe7" /><Relationship Type="http://schemas.openxmlformats.org/officeDocument/2006/relationships/notesSlide" Target="/ppt/notesSlides/notesSlide2.xml" Id="R31ec1db3f7b34e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79a06b64344c07" /><Relationship Type="http://schemas.openxmlformats.org/officeDocument/2006/relationships/notesSlide" Target="/ppt/notesSlides/notesSlide3.xml" Id="R25fa7f4cd15e4d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e6b08e83294047" /><Relationship Type="http://schemas.openxmlformats.org/officeDocument/2006/relationships/notesSlide" Target="/ppt/notesSlides/notesSlide4.xml" Id="Rc28e2ec4340441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62dd23baac4002" /><Relationship Type="http://schemas.openxmlformats.org/officeDocument/2006/relationships/notesSlide" Target="/ppt/notesSlides/notesSlide5.xml" Id="Rc499d44bcc5f4d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b3fdda013f41dd" /><Relationship Type="http://schemas.openxmlformats.org/officeDocument/2006/relationships/notesSlide" Target="/ppt/notesSlides/notesSlide6.xml" Id="R31314bcb624142a8"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fc64c46c926144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9E97ED-06DC-43ED-9822-B4F8B032B003}"/>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332"/>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Elder Abuse Prevention &amp; Long-Term Care Advocacy</a:t>
            </a:r>
          </a:p>
        </p:txBody>
      </p:sp>
      <p:sp>
        <p:nvSpPr>
          <p:cNvPr id="3" name="">
            <a:extLst xmlns:a="http://schemas.openxmlformats.org/drawingml/2006/main">
              <a:ext uri="{FF2B5EF4-FFF2-40B4-BE49-F238E27FC236}">
                <a16:creationId xmlns:a16="http://schemas.microsoft.com/office/drawing/2014/main" id="{BCCB1988-2DAB-4C56-9A90-A0A63C1CB5B0}"/>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Gerontology &amp; Aging Services</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1A59B46E-E50A-4579-9B6C-440BC05975E3}"/>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69128415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CE4BE1-2379-4578-9BBA-BFCF4F2F4B28}"/>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B51EF3C0-32C6-47A5-90DE-438E28FFC22E}"/>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Recognise elder abuse and advocate for safety, rights, and quality care.</a:t>
            </a:r>
          </a:p>
        </p:txBody>
      </p:sp>
      <p:sp>
        <p:nvSpPr>
          <p:cNvPr id="3" name="">
            <a:extLst xmlns:a="http://schemas.openxmlformats.org/drawingml/2006/main">
              <a:ext uri="{FF2B5EF4-FFF2-40B4-BE49-F238E27FC236}">
                <a16:creationId xmlns:a16="http://schemas.microsoft.com/office/drawing/2014/main" id="{7A1329F4-DD91-4AF9-8936-F7817CB53823}"/>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04C6608A-F63E-4201-88BB-ED8E98708374}"/>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AE0234D5-FBA5-4A0D-84DC-CD7B4B8F3AB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C7563E76-D24A-490E-B345-1F4CA56E70F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9776823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91B291-28A0-4A6D-B51C-46E3B88232A7}"/>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39FF3C5F-EDA9-4CCB-A1F1-E00D871E926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Forms and indicators of abuse</a:t>
            </a:r>
          </a:p>
        </p:txBody>
      </p:sp>
      <p:sp>
        <p:nvSpPr>
          <p:cNvPr id="3" name="">
            <a:extLst xmlns:a="http://schemas.openxmlformats.org/drawingml/2006/main">
              <a:ext uri="{FF2B5EF4-FFF2-40B4-BE49-F238E27FC236}">
                <a16:creationId xmlns:a16="http://schemas.microsoft.com/office/drawing/2014/main" id="{027AB915-D7FA-4FD5-A05E-87181032A3B5}"/>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physical, emotional, sexual, financial, neglect, and institutional harm</a:t>
            </a:r>
          </a:p>
        </p:txBody>
      </p:sp>
      <p:sp>
        <p:nvSpPr>
          <p:cNvPr id="4" name="">
            <a:extLst xmlns:a="http://schemas.openxmlformats.org/drawingml/2006/main">
              <a:ext uri="{FF2B5EF4-FFF2-40B4-BE49-F238E27FC236}">
                <a16:creationId xmlns:a16="http://schemas.microsoft.com/office/drawing/2014/main" id="{9A26E16B-167F-4CA3-9FB8-B09ACD7B8D8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physical, emotional, sexual, financial, neglect, and institutional harm.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0EBD79A8-0D3E-4488-9EC0-33E4FF790D1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F7F11978-C770-4B8C-83B3-07D01AF54CD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D879A09-B0F9-4E0A-8509-50081967630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497421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597099-75B6-4E5A-A5C4-5A1AAB2DC5C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C78159FA-AE60-4CF9-BD41-D1D7188CC3D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Safe response</a:t>
            </a:r>
          </a:p>
        </p:txBody>
      </p:sp>
      <p:sp>
        <p:nvSpPr>
          <p:cNvPr id="3" name="">
            <a:extLst xmlns:a="http://schemas.openxmlformats.org/drawingml/2006/main">
              <a:ext uri="{FF2B5EF4-FFF2-40B4-BE49-F238E27FC236}">
                <a16:creationId xmlns:a16="http://schemas.microsoft.com/office/drawing/2014/main" id="{9762253E-388E-49CC-8CE5-D7811F44C5B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private inquiry, capacity/consent considerations, documentation, reporting, and emergency action</a:t>
            </a:r>
          </a:p>
        </p:txBody>
      </p:sp>
      <p:sp>
        <p:nvSpPr>
          <p:cNvPr id="4" name="">
            <a:extLst xmlns:a="http://schemas.openxmlformats.org/drawingml/2006/main">
              <a:ext uri="{FF2B5EF4-FFF2-40B4-BE49-F238E27FC236}">
                <a16:creationId xmlns:a16="http://schemas.microsoft.com/office/drawing/2014/main" id="{3B6FB4CC-F68A-4B32-A562-A22FE6745227}"/>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private inquiry, capacity/consent considerations, documentation, reporting, and emergency action.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F2A84E2-D768-4FA8-AD7E-125D2544B648}"/>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56E1B924-9C2B-4330-B7FE-62ACF733C3A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9CB723B-4F61-4226-B6E1-CDDE6FEDD43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6704155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78170F-F2F6-403F-A343-BB034D16A3B7}"/>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686FEA4-8977-4575-9521-A545CBA29E7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Advocacy in long-term care</a:t>
            </a:r>
          </a:p>
        </p:txBody>
      </p:sp>
      <p:sp>
        <p:nvSpPr>
          <p:cNvPr id="3" name="">
            <a:extLst xmlns:a="http://schemas.openxmlformats.org/drawingml/2006/main">
              <a:ext uri="{FF2B5EF4-FFF2-40B4-BE49-F238E27FC236}">
                <a16:creationId xmlns:a16="http://schemas.microsoft.com/office/drawing/2014/main" id="{D1867E43-C4F9-476D-8D13-C72B61298AA8}"/>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rights, complaints, quality monitoring, family involvement, and systems improvement</a:t>
            </a:r>
          </a:p>
        </p:txBody>
      </p:sp>
      <p:sp>
        <p:nvSpPr>
          <p:cNvPr id="4" name="">
            <a:extLst xmlns:a="http://schemas.openxmlformats.org/drawingml/2006/main">
              <a:ext uri="{FF2B5EF4-FFF2-40B4-BE49-F238E27FC236}">
                <a16:creationId xmlns:a16="http://schemas.microsoft.com/office/drawing/2014/main" id="{5525587D-0E35-4035-AB36-BA4A269260B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rights, complaints, quality monitoring, family involvement, and systems improvement.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C67D83C-A87A-4FAA-950E-4FAFA1191D0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4B1C965-3199-40E8-B2AA-A49B8703B2E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1EDBF26-DFEE-4C62-A5A3-001E68B9743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848360371"/>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DA2D63-5118-434B-85FB-55292E09D926}"/>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2D05BA5-5E19-47A2-8FF9-DFE49AC7FD5B}"/>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21F1AF89-293E-47AD-9B24-CF3B1844E154}"/>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D652DE34-EC63-44FF-811F-3943B224D24E}"/>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indicators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safe response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reporting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resident rights</a:t>
            </a:r>
          </a:p>
        </p:txBody>
      </p:sp>
      <p:sp>
        <p:nvSpPr>
          <p:cNvPr id="5" name="">
            <a:extLst xmlns:a="http://schemas.openxmlformats.org/drawingml/2006/main">
              <a:ext uri="{FF2B5EF4-FFF2-40B4-BE49-F238E27FC236}">
                <a16:creationId xmlns:a16="http://schemas.microsoft.com/office/drawing/2014/main" id="{C3DF604E-8B31-4888-B2E5-6544FC88FB39}"/>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7E023394-F7F5-4865-AFCF-3E0B0D34EF6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D745C75-5B43-41CD-9914-BE08204BC95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965737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2026-10-03T16:21:25.9770000Z</dcterms:created>
  <dcterms:modified xsi:type="dcterms:W3CDTF">2026-10-03T16:21:25.9770000Z</dcterms:modified>
</coreProperties>
</file>