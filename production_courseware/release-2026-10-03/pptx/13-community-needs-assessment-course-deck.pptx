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d678de7103483d" /><Relationship Type="http://schemas.openxmlformats.org/officeDocument/2006/relationships/extended-properties" Target="/docProps/app.xml" Id="Rbbc9273b20d14843" /><Relationship Type="http://schemas.openxmlformats.org/officeDocument/2006/relationships/officeDocument" Target="/ppt/presentation.xml" Id="R13e27768f1b54698" /></Relationships>
</file>

<file path=ppt/presentation.xml><?xml version="1.0" encoding="utf-8"?>
<p:presentation xmlns:p="http://schemas.openxmlformats.org/presentationml/2006/main">
  <p:sldMasterIdLst>
    <p:sldMasterId xmlns:r="http://schemas.openxmlformats.org/officeDocument/2006/relationships" id="2147483648" r:id="R2f636d5d61c34fc8"/>
  </p:sldMasterIdLst>
  <p:notesMasterIdLst>
    <p:notesMasterId xmlns:r="http://schemas.openxmlformats.org/officeDocument/2006/relationships" r:id="R86b4e937f5034b1f"/>
  </p:notesMasterIdLst>
  <p:sldIdLst>
    <p:sldId xmlns:r="http://schemas.openxmlformats.org/officeDocument/2006/relationships" id="256" r:id="R604c4020a27544fc"/>
    <p:sldId xmlns:r="http://schemas.openxmlformats.org/officeDocument/2006/relationships" id="257" r:id="Re2fb0ccdcc3548a8"/>
    <p:sldId xmlns:r="http://schemas.openxmlformats.org/officeDocument/2006/relationships" id="258" r:id="R9ea3c46c84b741bb"/>
    <p:sldId xmlns:r="http://schemas.openxmlformats.org/officeDocument/2006/relationships" id="259" r:id="R79cc440280bb41c7"/>
    <p:sldId xmlns:r="http://schemas.openxmlformats.org/officeDocument/2006/relationships" id="260" r:id="R2c77efb998e749f8"/>
    <p:sldId xmlns:r="http://schemas.openxmlformats.org/officeDocument/2006/relationships" id="261" r:id="Rbcb07f5018444b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84a877f0f44325" /><Relationship Type="http://schemas.openxmlformats.org/officeDocument/2006/relationships/slideMaster" Target="/ppt/slideMasters/slideMaster1.xml" Id="R2f636d5d61c34fc8" /><Relationship Type="http://schemas.openxmlformats.org/officeDocument/2006/relationships/notesMaster" Target="/ppt/notesMasters/notesMaster1.xml" Id="R86b4e937f5034b1f" /><Relationship Type="http://schemas.openxmlformats.org/officeDocument/2006/relationships/presProps" Target="/ppt/presProps.xml" Id="Rde6d77f13a2e4fe0" /><Relationship Type="http://schemas.openxmlformats.org/officeDocument/2006/relationships/tableStyles" Target="/ppt/tableStyles.xml" Id="R8e8d560eb2094fbf" /><Relationship Type="http://schemas.openxmlformats.org/officeDocument/2006/relationships/slide" Target="/ppt/slides/slide1.xml" Id="R604c4020a27544fc" /><Relationship Type="http://schemas.openxmlformats.org/officeDocument/2006/relationships/slide" Target="/ppt/slides/slide2.xml" Id="Re2fb0ccdcc3548a8" /><Relationship Type="http://schemas.openxmlformats.org/officeDocument/2006/relationships/slide" Target="/ppt/slides/slide3.xml" Id="R9ea3c46c84b741bb" /><Relationship Type="http://schemas.openxmlformats.org/officeDocument/2006/relationships/slide" Target="/ppt/slides/slide4.xml" Id="R79cc440280bb41c7" /><Relationship Type="http://schemas.openxmlformats.org/officeDocument/2006/relationships/slide" Target="/ppt/slides/slide5.xml" Id="R2c77efb998e749f8" /><Relationship Type="http://schemas.openxmlformats.org/officeDocument/2006/relationships/slide" Target="/ppt/slides/slide6.xml" Id="Rbcb07f5018444b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313b942b914e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cd26080fe14597" /><Relationship Type="http://schemas.openxmlformats.org/officeDocument/2006/relationships/notesMaster" Target="/ppt/notesMasters/notesMaster1.xml" Id="R71166546df2a42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3d6391e0384d3d" /><Relationship Type="http://schemas.openxmlformats.org/officeDocument/2006/relationships/notesMaster" Target="/ppt/notesMasters/notesMaster1.xml" Id="Rf237e4fa658c40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2fa0019b714661" /><Relationship Type="http://schemas.openxmlformats.org/officeDocument/2006/relationships/notesMaster" Target="/ppt/notesMasters/notesMaster1.xml" Id="R431c3d6aa96443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2bb35d7cd54020" /><Relationship Type="http://schemas.openxmlformats.org/officeDocument/2006/relationships/notesMaster" Target="/ppt/notesMasters/notesMaster1.xml" Id="Ra6af6f18f8f346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0b7039aa0a49fc" /><Relationship Type="http://schemas.openxmlformats.org/officeDocument/2006/relationships/notesMaster" Target="/ppt/notesMasters/notesMaster1.xml" Id="Rb0bad8aa9c384c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f88e40d06e4f56" /><Relationship Type="http://schemas.openxmlformats.org/officeDocument/2006/relationships/notesMaster" Target="/ppt/notesMasters/notesMaster1.xml" Id="Rff313f548afa42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f7a043d56446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770b1abd6f4e72" /><Relationship Type="http://schemas.openxmlformats.org/officeDocument/2006/relationships/slideLayout" Target="/ppt/slideLayouts/slideLayout1.xml" Id="Rf02c29c7c62844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2c29c7c62844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a1617b5dcd4af3" /><Relationship Type="http://schemas.openxmlformats.org/officeDocument/2006/relationships/image" Target="/ppt/media/image.png" Id="R76897aa8d92f476c" /><Relationship Type="http://schemas.openxmlformats.org/officeDocument/2006/relationships/notesSlide" Target="/ppt/notesSlides/notesSlide1.xml" Id="Re39eb551749a47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8eb4508acf46ad" /><Relationship Type="http://schemas.openxmlformats.org/officeDocument/2006/relationships/notesSlide" Target="/ppt/notesSlides/notesSlide2.xml" Id="R3645f934016646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c340f299ad414e" /><Relationship Type="http://schemas.openxmlformats.org/officeDocument/2006/relationships/notesSlide" Target="/ppt/notesSlides/notesSlide3.xml" Id="R429c89d0e40940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0e02f529ab4e1e" /><Relationship Type="http://schemas.openxmlformats.org/officeDocument/2006/relationships/notesSlide" Target="/ppt/notesSlides/notesSlide4.xml" Id="R8a955ec80aba44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338ea251174a82" /><Relationship Type="http://schemas.openxmlformats.org/officeDocument/2006/relationships/notesSlide" Target="/ppt/notesSlides/notesSlide5.xml" Id="Rd2b09fa2eba643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68fed6d89f4912" /><Relationship Type="http://schemas.openxmlformats.org/officeDocument/2006/relationships/notesSlide" Target="/ppt/notesSlides/notesSlide6.xml" Id="R15dc780fa37347a0"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6897aa8d92f476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AD2877-192D-4E99-A144-F3465ACE7A0D}"/>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Community Needs Assessment</a:t>
            </a:r>
          </a:p>
        </p:txBody>
      </p:sp>
      <p:sp>
        <p:nvSpPr>
          <p:cNvPr id="3" name="">
            <a:extLst xmlns:a="http://schemas.openxmlformats.org/drawingml/2006/main">
              <a:ext uri="{FF2B5EF4-FFF2-40B4-BE49-F238E27FC236}">
                <a16:creationId xmlns:a16="http://schemas.microsoft.com/office/drawing/2014/main" id="{0DA4CAD3-32FB-4495-9F59-2F9343AD85DE}"/>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Community &amp; Macro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C3BBAF19-2B1E-4BCB-98E2-4E831C3DB700}"/>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84478753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562937-8989-42E0-B96D-FF6AB16E4B6A}"/>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94759DDE-438A-4C47-820A-0D6DC1C99491}"/>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Plan and conduct a participatory assessment that identifies needs, assets, and priorities.</a:t>
            </a:r>
          </a:p>
        </p:txBody>
      </p:sp>
      <p:sp>
        <p:nvSpPr>
          <p:cNvPr id="3" name="">
            <a:extLst xmlns:a="http://schemas.openxmlformats.org/drawingml/2006/main">
              <a:ext uri="{FF2B5EF4-FFF2-40B4-BE49-F238E27FC236}">
                <a16:creationId xmlns:a16="http://schemas.microsoft.com/office/drawing/2014/main" id="{BC4C1AE9-F460-4934-AC71-B9355AA8EBE7}"/>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FDE064AD-D7C6-40B3-8B14-E6B9C2F9E5DC}"/>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3190870F-FA76-4765-AF5C-53013FEF796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E4BFBF68-D3E5-422C-B3F0-FA497BFB0BE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8341869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ED82D7-4074-4C00-8A61-3469FAC77F1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3745C0E2-7C5B-4600-9430-2B081C7B3B2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Assessment design</a:t>
            </a:r>
          </a:p>
        </p:txBody>
      </p:sp>
      <p:sp>
        <p:nvSpPr>
          <p:cNvPr id="3" name="">
            <a:extLst xmlns:a="http://schemas.openxmlformats.org/drawingml/2006/main">
              <a:ext uri="{FF2B5EF4-FFF2-40B4-BE49-F238E27FC236}">
                <a16:creationId xmlns:a16="http://schemas.microsoft.com/office/drawing/2014/main" id="{ACC68F4D-FA00-45CD-A8B0-873C4AFFD29C}"/>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purpose, stakeholders, ethics, inclusion, and mixed-method choices</a:t>
            </a:r>
          </a:p>
        </p:txBody>
      </p:sp>
      <p:sp>
        <p:nvSpPr>
          <p:cNvPr id="4" name="">
            <a:extLst xmlns:a="http://schemas.openxmlformats.org/drawingml/2006/main">
              <a:ext uri="{FF2B5EF4-FFF2-40B4-BE49-F238E27FC236}">
                <a16:creationId xmlns:a16="http://schemas.microsoft.com/office/drawing/2014/main" id="{E339D63B-E6D0-423C-85BA-20FB037FBA4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purpose, stakeholders, ethics, inclusion, and mixed-method choices.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572B6CBF-DDEA-4596-AD61-30682978992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0B01BC6C-28F8-4D1E-BA62-3EB1F5F6FAD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9C321359-B7B2-44C4-BB21-AE09425D3F5B}"/>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21056368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2FC3BE-ABF6-42A9-90E3-86C3323F74B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860641CB-9852-43F9-9476-29EEA3960E1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Collecting and interpreting evidence</a:t>
            </a:r>
          </a:p>
        </p:txBody>
      </p:sp>
      <p:sp>
        <p:nvSpPr>
          <p:cNvPr id="3" name="">
            <a:extLst xmlns:a="http://schemas.openxmlformats.org/drawingml/2006/main">
              <a:ext uri="{FF2B5EF4-FFF2-40B4-BE49-F238E27FC236}">
                <a16:creationId xmlns:a16="http://schemas.microsoft.com/office/drawing/2014/main" id="{9510955C-AA56-4A5A-8677-0B1F29E1A7B5}"/>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surveys, interviews, focus groups, asset mapping, and data quality</a:t>
            </a:r>
          </a:p>
        </p:txBody>
      </p:sp>
      <p:sp>
        <p:nvSpPr>
          <p:cNvPr id="4" name="">
            <a:extLst xmlns:a="http://schemas.openxmlformats.org/drawingml/2006/main">
              <a:ext uri="{FF2B5EF4-FFF2-40B4-BE49-F238E27FC236}">
                <a16:creationId xmlns:a16="http://schemas.microsoft.com/office/drawing/2014/main" id="{C7370C12-0ECF-4107-BF7F-3B5838449280}"/>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surveys, interviews, focus groups, asset mapping, and data quality.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8B3872C4-0A2F-497A-8267-15C520E3042C}"/>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437B5F7F-75D1-4441-9C25-D41F6D51CD3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36F22AFE-5A2B-43A7-8B25-517DA518B43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20979255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157227-91F3-4EC5-B207-7D1B3D9F2BF5}"/>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BDC3EC84-9759-4B97-849E-A8F9A67D20D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Prioritisation and communication</a:t>
            </a:r>
          </a:p>
        </p:txBody>
      </p:sp>
      <p:sp>
        <p:nvSpPr>
          <p:cNvPr id="3" name="">
            <a:extLst xmlns:a="http://schemas.openxmlformats.org/drawingml/2006/main">
              <a:ext uri="{FF2B5EF4-FFF2-40B4-BE49-F238E27FC236}">
                <a16:creationId xmlns:a16="http://schemas.microsoft.com/office/drawing/2014/main" id="{37812B33-8984-4070-A166-7A620B9D6F90}"/>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ranking needs, validating findings, reporting back, and action recommendations</a:t>
            </a:r>
          </a:p>
        </p:txBody>
      </p:sp>
      <p:sp>
        <p:nvSpPr>
          <p:cNvPr id="4" name="">
            <a:extLst xmlns:a="http://schemas.openxmlformats.org/drawingml/2006/main">
              <a:ext uri="{FF2B5EF4-FFF2-40B4-BE49-F238E27FC236}">
                <a16:creationId xmlns:a16="http://schemas.microsoft.com/office/drawing/2014/main" id="{FDA68E6E-A5B2-40A1-97E2-F421A7CD47D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ranking needs, validating findings, reporting back, and action recommendations.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FAAE1337-C5A9-4A47-8D28-DFB8C705C35E}"/>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4DE85E8A-EFD4-44D8-ABD8-A6E52348C65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0379113-1D0E-40AC-BC13-B4147DD7356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142645128"/>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74F880-E808-4B7F-AE42-EA5C76EA566A}"/>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8181BA54-C7E3-42AF-9756-E6636FA0F3DC}"/>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C7345EED-148C-4DA9-B93A-A5956F1CBAFC}"/>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A70AEB03-7ECC-431A-963C-D2C0875FC32D}"/>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participatory methods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ethics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assets versus deficits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prioritisation</a:t>
            </a:r>
          </a:p>
        </p:txBody>
      </p:sp>
      <p:sp>
        <p:nvSpPr>
          <p:cNvPr id="5" name="">
            <a:extLst xmlns:a="http://schemas.openxmlformats.org/drawingml/2006/main">
              <a:ext uri="{FF2B5EF4-FFF2-40B4-BE49-F238E27FC236}">
                <a16:creationId xmlns:a16="http://schemas.microsoft.com/office/drawing/2014/main" id="{1F516871-936B-4E0C-9911-5F2D62BDFCEF}"/>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9FB99E98-DE49-4382-B880-6483CF43D73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871C6D9-C7E3-4CDF-9C13-71CCA95C915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446005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2026-10-03T16:21:33.6060000Z</dcterms:created>
  <dcterms:modified xsi:type="dcterms:W3CDTF">2026-10-03T16:21:33.6060000Z</dcterms:modified>
</coreProperties>
</file>