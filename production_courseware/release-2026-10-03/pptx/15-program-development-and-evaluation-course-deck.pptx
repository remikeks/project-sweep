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eaad99cc104e5e" /><Relationship Type="http://schemas.openxmlformats.org/officeDocument/2006/relationships/extended-properties" Target="/docProps/app.xml" Id="Ra5ad9ed843df4b89" /><Relationship Type="http://schemas.openxmlformats.org/officeDocument/2006/relationships/officeDocument" Target="/ppt/presentation.xml" Id="Rbea4b02b35ed43ef" /></Relationships>
</file>

<file path=ppt/presentation.xml><?xml version="1.0" encoding="utf-8"?>
<p:presentation xmlns:p="http://schemas.openxmlformats.org/presentationml/2006/main">
  <p:sldMasterIdLst>
    <p:sldMasterId xmlns:r="http://schemas.openxmlformats.org/officeDocument/2006/relationships" id="2147483648" r:id="R7780cffec8d94409"/>
  </p:sldMasterIdLst>
  <p:notesMasterIdLst>
    <p:notesMasterId xmlns:r="http://schemas.openxmlformats.org/officeDocument/2006/relationships" r:id="R1778ca97aba84fa2"/>
  </p:notesMasterIdLst>
  <p:sldIdLst>
    <p:sldId xmlns:r="http://schemas.openxmlformats.org/officeDocument/2006/relationships" id="256" r:id="R75523b3e276c46d2"/>
    <p:sldId xmlns:r="http://schemas.openxmlformats.org/officeDocument/2006/relationships" id="257" r:id="R68f3662efab540e4"/>
    <p:sldId xmlns:r="http://schemas.openxmlformats.org/officeDocument/2006/relationships" id="258" r:id="Re7d2c149cee44a75"/>
    <p:sldId xmlns:r="http://schemas.openxmlformats.org/officeDocument/2006/relationships" id="259" r:id="Rf9c37de540fe474d"/>
    <p:sldId xmlns:r="http://schemas.openxmlformats.org/officeDocument/2006/relationships" id="260" r:id="Rbeb298d05d3e4e92"/>
    <p:sldId xmlns:r="http://schemas.openxmlformats.org/officeDocument/2006/relationships" id="261" r:id="R8d4dd1b8603445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7422e6f9734fd3" /><Relationship Type="http://schemas.openxmlformats.org/officeDocument/2006/relationships/slideMaster" Target="/ppt/slideMasters/slideMaster1.xml" Id="R7780cffec8d94409" /><Relationship Type="http://schemas.openxmlformats.org/officeDocument/2006/relationships/notesMaster" Target="/ppt/notesMasters/notesMaster1.xml" Id="R1778ca97aba84fa2" /><Relationship Type="http://schemas.openxmlformats.org/officeDocument/2006/relationships/presProps" Target="/ppt/presProps.xml" Id="Ra015dcade0cd47c4" /><Relationship Type="http://schemas.openxmlformats.org/officeDocument/2006/relationships/tableStyles" Target="/ppt/tableStyles.xml" Id="Rf0b421822eec4b9e" /><Relationship Type="http://schemas.openxmlformats.org/officeDocument/2006/relationships/slide" Target="/ppt/slides/slide1.xml" Id="R75523b3e276c46d2" /><Relationship Type="http://schemas.openxmlformats.org/officeDocument/2006/relationships/slide" Target="/ppt/slides/slide2.xml" Id="R68f3662efab540e4" /><Relationship Type="http://schemas.openxmlformats.org/officeDocument/2006/relationships/slide" Target="/ppt/slides/slide3.xml" Id="Re7d2c149cee44a75" /><Relationship Type="http://schemas.openxmlformats.org/officeDocument/2006/relationships/slide" Target="/ppt/slides/slide4.xml" Id="Rf9c37de540fe474d" /><Relationship Type="http://schemas.openxmlformats.org/officeDocument/2006/relationships/slide" Target="/ppt/slides/slide5.xml" Id="Rbeb298d05d3e4e92" /><Relationship Type="http://schemas.openxmlformats.org/officeDocument/2006/relationships/slide" Target="/ppt/slides/slide6.xml" Id="R8d4dd1b8603445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7ff244260a44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5c82bbf6b64ed7" /><Relationship Type="http://schemas.openxmlformats.org/officeDocument/2006/relationships/notesMaster" Target="/ppt/notesMasters/notesMaster1.xml" Id="Rb6128aaf6cb84d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1c8e7ca0d64966" /><Relationship Type="http://schemas.openxmlformats.org/officeDocument/2006/relationships/notesMaster" Target="/ppt/notesMasters/notesMaster1.xml" Id="R64a3ff4e8df340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187f8481dd403c" /><Relationship Type="http://schemas.openxmlformats.org/officeDocument/2006/relationships/notesMaster" Target="/ppt/notesMasters/notesMaster1.xml" Id="Ree901af25cfa45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7e6308a5754e54" /><Relationship Type="http://schemas.openxmlformats.org/officeDocument/2006/relationships/notesMaster" Target="/ppt/notesMasters/notesMaster1.xml" Id="Rdb8cb7a093434e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670cc8c50f48d8" /><Relationship Type="http://schemas.openxmlformats.org/officeDocument/2006/relationships/notesMaster" Target="/ppt/notesMasters/notesMaster1.xml" Id="R5ca43c72fb2d45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61c8c525dc4091" /><Relationship Type="http://schemas.openxmlformats.org/officeDocument/2006/relationships/notesMaster" Target="/ppt/notesMasters/notesMaster1.xml" Id="Ra5f6d4ea8c044a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63b13ed2674d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d7913980f84775" /><Relationship Type="http://schemas.openxmlformats.org/officeDocument/2006/relationships/slideLayout" Target="/ppt/slideLayouts/slideLayout1.xml" Id="R4d3108f6b3994c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3108f6b3994c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5a4803d4e94550" /><Relationship Type="http://schemas.openxmlformats.org/officeDocument/2006/relationships/image" Target="/ppt/media/image.png" Id="R4c251ad32c9045fa" /><Relationship Type="http://schemas.openxmlformats.org/officeDocument/2006/relationships/notesSlide" Target="/ppt/notesSlides/notesSlide1.xml" Id="Rfc1cf61698ff43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7f8bdcbe584c84" /><Relationship Type="http://schemas.openxmlformats.org/officeDocument/2006/relationships/notesSlide" Target="/ppt/notesSlides/notesSlide2.xml" Id="R947765bfbd964e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09ec25d15f4546" /><Relationship Type="http://schemas.openxmlformats.org/officeDocument/2006/relationships/notesSlide" Target="/ppt/notesSlides/notesSlide3.xml" Id="R173c67e8326a4a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bb47a0ff374a29" /><Relationship Type="http://schemas.openxmlformats.org/officeDocument/2006/relationships/notesSlide" Target="/ppt/notesSlides/notesSlide4.xml" Id="Rbe8c23a2dbe345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392ae6590c48a9" /><Relationship Type="http://schemas.openxmlformats.org/officeDocument/2006/relationships/notesSlide" Target="/ppt/notesSlides/notesSlide5.xml" Id="Ree5122a7e3fe4c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ecb1b47a6a4617" /><Relationship Type="http://schemas.openxmlformats.org/officeDocument/2006/relationships/notesSlide" Target="/ppt/notesSlides/notesSlide6.xml" Id="Ra682a8d6ccfb48e7"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c251ad32c9045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50E376-307E-4581-82F2-1C4F287FE86D}"/>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Program Development &amp; Evaluation</a:t>
            </a:r>
          </a:p>
        </p:txBody>
      </p:sp>
      <p:sp>
        <p:nvSpPr>
          <p:cNvPr id="3" name="">
            <a:extLst xmlns:a="http://schemas.openxmlformats.org/drawingml/2006/main">
              <a:ext uri="{FF2B5EF4-FFF2-40B4-BE49-F238E27FC236}">
                <a16:creationId xmlns:a16="http://schemas.microsoft.com/office/drawing/2014/main" id="{39993403-5FEA-44E9-A1FB-47EDC82CACBC}"/>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Community &amp; Macro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6B16DAA5-D40A-468C-B346-82A99D8535FD}"/>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2030027894"/>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44304B-C04E-4270-8005-4FC412226B4F}"/>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5EABB123-BCE8-4281-B85C-D336B963292A}"/>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Design a feasible community programme and measure whether it works.</a:t>
            </a:r>
          </a:p>
        </p:txBody>
      </p:sp>
      <p:sp>
        <p:nvSpPr>
          <p:cNvPr id="3" name="">
            <a:extLst xmlns:a="http://schemas.openxmlformats.org/drawingml/2006/main">
              <a:ext uri="{FF2B5EF4-FFF2-40B4-BE49-F238E27FC236}">
                <a16:creationId xmlns:a16="http://schemas.microsoft.com/office/drawing/2014/main" id="{8FB548C5-1C48-4325-9327-792DEB73EE61}"/>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D9842B58-0636-4701-B060-82D342ADCE5B}"/>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7FD31293-2CFD-4AFF-8F95-BDEAE2CF7D5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C3B3BE43-5C0D-4B72-87BB-58A9BC08021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1267724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96F11E-2BE2-4AF7-BCDE-4A69D44CC91A}"/>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F1C95480-898D-44B3-8996-786013A8A0D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Programme design</a:t>
            </a:r>
          </a:p>
        </p:txBody>
      </p:sp>
      <p:sp>
        <p:nvSpPr>
          <p:cNvPr id="3" name="">
            <a:extLst xmlns:a="http://schemas.openxmlformats.org/drawingml/2006/main">
              <a:ext uri="{FF2B5EF4-FFF2-40B4-BE49-F238E27FC236}">
                <a16:creationId xmlns:a16="http://schemas.microsoft.com/office/drawing/2014/main" id="{56C0299F-94CE-4A2A-AF0F-221F0144222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needs-to-goals chain, theory of change, target groups, and feasibility</a:t>
            </a:r>
          </a:p>
        </p:txBody>
      </p:sp>
      <p:sp>
        <p:nvSpPr>
          <p:cNvPr id="4" name="">
            <a:extLst xmlns:a="http://schemas.openxmlformats.org/drawingml/2006/main">
              <a:ext uri="{FF2B5EF4-FFF2-40B4-BE49-F238E27FC236}">
                <a16:creationId xmlns:a16="http://schemas.microsoft.com/office/drawing/2014/main" id="{8716ED0E-4882-4678-9B38-E05B6FC3814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needs-to-goals chain, theory of change, target groups, and feasibility.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B3462729-AEF8-4A15-9F4C-469C5BE6927C}"/>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E8C6235-3137-4544-A01B-B95A198C349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E08E4A2B-22E9-4E33-A4AC-A63EFF100CB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21463517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A5A4D6-A31B-4E27-B524-C2A1A22197BB}"/>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DE0826F2-6C5A-4D12-ABC8-E49A70714371}"/>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Implementation planning</a:t>
            </a:r>
          </a:p>
        </p:txBody>
      </p:sp>
      <p:sp>
        <p:nvSpPr>
          <p:cNvPr id="3" name="">
            <a:extLst xmlns:a="http://schemas.openxmlformats.org/drawingml/2006/main">
              <a:ext uri="{FF2B5EF4-FFF2-40B4-BE49-F238E27FC236}">
                <a16:creationId xmlns:a16="http://schemas.microsoft.com/office/drawing/2014/main" id="{8E72F999-CF5E-4910-B3CF-B70650AF7A2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activities, budget assumptions, partnerships, risk management, and inclusion</a:t>
            </a:r>
          </a:p>
        </p:txBody>
      </p:sp>
      <p:sp>
        <p:nvSpPr>
          <p:cNvPr id="4" name="">
            <a:extLst xmlns:a="http://schemas.openxmlformats.org/drawingml/2006/main">
              <a:ext uri="{FF2B5EF4-FFF2-40B4-BE49-F238E27FC236}">
                <a16:creationId xmlns:a16="http://schemas.microsoft.com/office/drawing/2014/main" id="{DEEBCA06-CA1C-436D-A5D5-A9BA66B54C93}"/>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activities, budget assumptions, partnerships, risk management, and inclusion.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2CD18FE8-EDF4-4DE2-B9DE-B2F59770540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2C4634B4-E90B-4690-96CA-D4957E6F23C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DF3ED3E-4462-4B81-9F60-68A7DB470A1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3276724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CAAA4D-B52C-4A6F-A96F-8D51400C1DC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70BEF9BE-97FC-469B-9676-3A0049B8FF48}"/>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Monitoring and evaluation</a:t>
            </a:r>
          </a:p>
        </p:txBody>
      </p:sp>
      <p:sp>
        <p:nvSpPr>
          <p:cNvPr id="3" name="">
            <a:extLst xmlns:a="http://schemas.openxmlformats.org/drawingml/2006/main">
              <a:ext uri="{FF2B5EF4-FFF2-40B4-BE49-F238E27FC236}">
                <a16:creationId xmlns:a16="http://schemas.microsoft.com/office/drawing/2014/main" id="{54EDA3F3-C863-4945-96C0-F852F76C29B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indicators, baseline, data collection, learning loops, and reporting</a:t>
            </a:r>
          </a:p>
        </p:txBody>
      </p:sp>
      <p:sp>
        <p:nvSpPr>
          <p:cNvPr id="4" name="">
            <a:extLst xmlns:a="http://schemas.openxmlformats.org/drawingml/2006/main">
              <a:ext uri="{FF2B5EF4-FFF2-40B4-BE49-F238E27FC236}">
                <a16:creationId xmlns:a16="http://schemas.microsoft.com/office/drawing/2014/main" id="{D045DC61-9ECE-4840-9474-1C268176796C}"/>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indicators, baseline, data collection, learning loops, and reporting.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FB779A5C-069E-453A-B33D-C532E7F980BF}"/>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5D378EE8-E0EF-4EBA-97C6-D22BA4E8C6B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8F01DD3-BF90-4F22-82AE-CD116AFA21C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958197418"/>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6E2BCD-D0ED-49E7-8DC9-4A5D8FDC3E94}"/>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0F3324EF-0C02-440B-8B14-0FAC02AA570D}"/>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5194B20E-A712-4A78-B505-445A9E426671}"/>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A009476A-3A15-4A79-9E15-13B9194257DB}"/>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theory of change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outputs/outcomes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indicators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evaluation ethics</a:t>
            </a:r>
          </a:p>
        </p:txBody>
      </p:sp>
      <p:sp>
        <p:nvSpPr>
          <p:cNvPr id="5" name="">
            <a:extLst xmlns:a="http://schemas.openxmlformats.org/drawingml/2006/main">
              <a:ext uri="{FF2B5EF4-FFF2-40B4-BE49-F238E27FC236}">
                <a16:creationId xmlns:a16="http://schemas.microsoft.com/office/drawing/2014/main" id="{7470E4E5-3869-4AC0-9979-52A2ABB3A1E9}"/>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C8360B20-0519-4782-9B57-39FFB9D601E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3C533BE6-8FB9-4050-97F0-081281CA5D8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9889279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2026-10-03T16:21:47.3160000Z</dcterms:created>
  <dcterms:modified xsi:type="dcterms:W3CDTF">2026-10-03T16:21:47.3160000Z</dcterms:modified>
</coreProperties>
</file>