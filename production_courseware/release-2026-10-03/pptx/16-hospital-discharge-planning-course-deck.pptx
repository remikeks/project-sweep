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0115648e8c4d9c" /><Relationship Type="http://schemas.openxmlformats.org/officeDocument/2006/relationships/extended-properties" Target="/docProps/app.xml" Id="R919c0008b8164923" /><Relationship Type="http://schemas.openxmlformats.org/officeDocument/2006/relationships/officeDocument" Target="/ppt/presentation.xml" Id="R4abf1fff9dcb4cfe" /></Relationships>
</file>

<file path=ppt/presentation.xml><?xml version="1.0" encoding="utf-8"?>
<p:presentation xmlns:p="http://schemas.openxmlformats.org/presentationml/2006/main">
  <p:sldMasterIdLst>
    <p:sldMasterId xmlns:r="http://schemas.openxmlformats.org/officeDocument/2006/relationships" id="2147483648" r:id="Rd5c3175c17d44bd0"/>
  </p:sldMasterIdLst>
  <p:notesMasterIdLst>
    <p:notesMasterId xmlns:r="http://schemas.openxmlformats.org/officeDocument/2006/relationships" r:id="R14b50b35acf94966"/>
  </p:notesMasterIdLst>
  <p:sldIdLst>
    <p:sldId xmlns:r="http://schemas.openxmlformats.org/officeDocument/2006/relationships" id="256" r:id="R7f53e2c2962f4068"/>
    <p:sldId xmlns:r="http://schemas.openxmlformats.org/officeDocument/2006/relationships" id="257" r:id="R778e321a244f4072"/>
    <p:sldId xmlns:r="http://schemas.openxmlformats.org/officeDocument/2006/relationships" id="258" r:id="R90b3e825236a45b3"/>
    <p:sldId xmlns:r="http://schemas.openxmlformats.org/officeDocument/2006/relationships" id="259" r:id="Rd468a3dec07a49a9"/>
    <p:sldId xmlns:r="http://schemas.openxmlformats.org/officeDocument/2006/relationships" id="260" r:id="R6af001025e30404c"/>
    <p:sldId xmlns:r="http://schemas.openxmlformats.org/officeDocument/2006/relationships" id="261" r:id="R0967ccf50aea48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d88f5e26f04201" /><Relationship Type="http://schemas.openxmlformats.org/officeDocument/2006/relationships/slideMaster" Target="/ppt/slideMasters/slideMaster1.xml" Id="Rd5c3175c17d44bd0" /><Relationship Type="http://schemas.openxmlformats.org/officeDocument/2006/relationships/notesMaster" Target="/ppt/notesMasters/notesMaster1.xml" Id="R14b50b35acf94966" /><Relationship Type="http://schemas.openxmlformats.org/officeDocument/2006/relationships/presProps" Target="/ppt/presProps.xml" Id="Rf5da9e221f884447" /><Relationship Type="http://schemas.openxmlformats.org/officeDocument/2006/relationships/tableStyles" Target="/ppt/tableStyles.xml" Id="R32061853e83c447c" /><Relationship Type="http://schemas.openxmlformats.org/officeDocument/2006/relationships/slide" Target="/ppt/slides/slide1.xml" Id="R7f53e2c2962f4068" /><Relationship Type="http://schemas.openxmlformats.org/officeDocument/2006/relationships/slide" Target="/ppt/slides/slide2.xml" Id="R778e321a244f4072" /><Relationship Type="http://schemas.openxmlformats.org/officeDocument/2006/relationships/slide" Target="/ppt/slides/slide3.xml" Id="R90b3e825236a45b3" /><Relationship Type="http://schemas.openxmlformats.org/officeDocument/2006/relationships/slide" Target="/ppt/slides/slide4.xml" Id="Rd468a3dec07a49a9" /><Relationship Type="http://schemas.openxmlformats.org/officeDocument/2006/relationships/slide" Target="/ppt/slides/slide5.xml" Id="R6af001025e30404c" /><Relationship Type="http://schemas.openxmlformats.org/officeDocument/2006/relationships/slide" Target="/ppt/slides/slide6.xml" Id="R0967ccf50aea48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da14ec944940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ecccd6ef7a44ef" /><Relationship Type="http://schemas.openxmlformats.org/officeDocument/2006/relationships/notesMaster" Target="/ppt/notesMasters/notesMaster1.xml" Id="Rebcfc230ffbe4c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015639b39e4b24" /><Relationship Type="http://schemas.openxmlformats.org/officeDocument/2006/relationships/notesMaster" Target="/ppt/notesMasters/notesMaster1.xml" Id="Rf4844bc7820848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38624dcf2b43f4" /><Relationship Type="http://schemas.openxmlformats.org/officeDocument/2006/relationships/notesMaster" Target="/ppt/notesMasters/notesMaster1.xml" Id="Ra132f36bac3d42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f23489cfb842b8" /><Relationship Type="http://schemas.openxmlformats.org/officeDocument/2006/relationships/notesMaster" Target="/ppt/notesMasters/notesMaster1.xml" Id="R3cf3c07c719f4d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57d379d5e84710" /><Relationship Type="http://schemas.openxmlformats.org/officeDocument/2006/relationships/notesMaster" Target="/ppt/notesMasters/notesMaster1.xml" Id="R3e4a41df9cbb4c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8ad397a0c746b8" /><Relationship Type="http://schemas.openxmlformats.org/officeDocument/2006/relationships/notesMaster" Target="/ppt/notesMasters/notesMaster1.xml" Id="R61cac0d2bc0b40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2e7cb6e9674c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3d1187d4de4ca1" /><Relationship Type="http://schemas.openxmlformats.org/officeDocument/2006/relationships/slideLayout" Target="/ppt/slideLayouts/slideLayout1.xml" Id="Rdc1f9a9ba28d42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1f9a9ba28d42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02fb04365e46a8" /><Relationship Type="http://schemas.openxmlformats.org/officeDocument/2006/relationships/image" Target="/ppt/media/image.png" Id="Rfc390cf6dfd04ffe" /><Relationship Type="http://schemas.openxmlformats.org/officeDocument/2006/relationships/notesSlide" Target="/ppt/notesSlides/notesSlide1.xml" Id="Recc2e8d7dd614c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ef32046363436b" /><Relationship Type="http://schemas.openxmlformats.org/officeDocument/2006/relationships/notesSlide" Target="/ppt/notesSlides/notesSlide2.xml" Id="R2daa50dbc86046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6185019d574898" /><Relationship Type="http://schemas.openxmlformats.org/officeDocument/2006/relationships/notesSlide" Target="/ppt/notesSlides/notesSlide3.xml" Id="R611bd909ec0346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640e4363f704ba1" /><Relationship Type="http://schemas.openxmlformats.org/officeDocument/2006/relationships/notesSlide" Target="/ppt/notesSlides/notesSlide4.xml" Id="R82cba19877654a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5b547ea96a4211" /><Relationship Type="http://schemas.openxmlformats.org/officeDocument/2006/relationships/notesSlide" Target="/ppt/notesSlides/notesSlide5.xml" Id="R61921eeb026144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7b14a9dd7641e9" /><Relationship Type="http://schemas.openxmlformats.org/officeDocument/2006/relationships/notesSlide" Target="/ppt/notesSlides/notesSlide6.xml" Id="Rf767f36e03fd4762"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fc390cf6dfd04ff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9661A33-3E6D-429C-8A91-17E0E34A0A60}"/>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Hospital Discharge Planning</a:t>
            </a:r>
          </a:p>
        </p:txBody>
      </p:sp>
      <p:sp>
        <p:nvSpPr>
          <p:cNvPr id="3" name="">
            <a:extLst xmlns:a="http://schemas.openxmlformats.org/drawingml/2006/main">
              <a:ext uri="{FF2B5EF4-FFF2-40B4-BE49-F238E27FC236}">
                <a16:creationId xmlns:a16="http://schemas.microsoft.com/office/drawing/2014/main" id="{B9C63F11-2346-4F9B-963E-8087543C96E8}"/>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Medical &amp; Health Social Work</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0CA8E748-9F72-46D0-B754-87837AB5A90F}"/>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2084386150"/>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C7BD0B-B3F8-49B1-BA61-960E5165048B}"/>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6A32221B-D97F-4659-90E0-03C8B7F12471}"/>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Coordinate safe, person-centred transitions from hospital to home or community care.</a:t>
            </a:r>
          </a:p>
        </p:txBody>
      </p:sp>
      <p:sp>
        <p:nvSpPr>
          <p:cNvPr id="3" name="">
            <a:extLst xmlns:a="http://schemas.openxmlformats.org/drawingml/2006/main">
              <a:ext uri="{FF2B5EF4-FFF2-40B4-BE49-F238E27FC236}">
                <a16:creationId xmlns:a16="http://schemas.microsoft.com/office/drawing/2014/main" id="{A37045F0-DA2D-4B89-BB98-3C6AA2B75238}"/>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CD33D27D-2F83-4B11-A6DD-71AF1130B0B5}"/>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5CFDA6F2-ADD1-4DFF-915E-0E0FC61C59DE}"/>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E8EFD915-037A-407E-B94F-EE4A88C2F51B}"/>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13604753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504130-5DF2-43F0-A3B5-270FB777E951}"/>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D60CA32D-6FAF-4FE2-85F1-225EAA3F5EC0}"/>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Discharge-risk assessment</a:t>
            </a:r>
          </a:p>
        </p:txBody>
      </p:sp>
      <p:sp>
        <p:nvSpPr>
          <p:cNvPr id="3" name="">
            <a:extLst xmlns:a="http://schemas.openxmlformats.org/drawingml/2006/main">
              <a:ext uri="{FF2B5EF4-FFF2-40B4-BE49-F238E27FC236}">
                <a16:creationId xmlns:a16="http://schemas.microsoft.com/office/drawing/2014/main" id="{EB4D9629-9B7F-4859-BDFE-5CA534EF58E1}"/>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medical, psychosocial, functional, financial, caregiver, and housing factors</a:t>
            </a:r>
          </a:p>
        </p:txBody>
      </p:sp>
      <p:sp>
        <p:nvSpPr>
          <p:cNvPr id="4" name="">
            <a:extLst xmlns:a="http://schemas.openxmlformats.org/drawingml/2006/main">
              <a:ext uri="{FF2B5EF4-FFF2-40B4-BE49-F238E27FC236}">
                <a16:creationId xmlns:a16="http://schemas.microsoft.com/office/drawing/2014/main" id="{5BEEF871-1444-4C70-8513-8D57DFACC166}"/>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medical, psychosocial, functional, financial, caregiver, and housing factors.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4728FFF8-D337-4223-AF2A-FB30DFCBB09D}"/>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BAD01EB6-0FF7-4D19-B2BB-65623F119F02}"/>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6A53E6C0-2579-479D-BAAF-EE83D9710EEA}"/>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57434857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6045E1-04AC-492A-B03E-27862F17C198}"/>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6EDD34A2-D625-41B2-BE49-2FF4136614D2}"/>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Transition coordination</a:t>
            </a:r>
          </a:p>
        </p:txBody>
      </p:sp>
      <p:sp>
        <p:nvSpPr>
          <p:cNvPr id="3" name="">
            <a:extLst xmlns:a="http://schemas.openxmlformats.org/drawingml/2006/main">
              <a:ext uri="{FF2B5EF4-FFF2-40B4-BE49-F238E27FC236}">
                <a16:creationId xmlns:a16="http://schemas.microsoft.com/office/drawing/2014/main" id="{BF4DCDA8-A1BD-4090-B252-3D2D45FFABE5}"/>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patient/family participation, interdisciplinary roles, medication and appointment continuity</a:t>
            </a:r>
          </a:p>
        </p:txBody>
      </p:sp>
      <p:sp>
        <p:nvSpPr>
          <p:cNvPr id="4" name="">
            <a:extLst xmlns:a="http://schemas.openxmlformats.org/drawingml/2006/main">
              <a:ext uri="{FF2B5EF4-FFF2-40B4-BE49-F238E27FC236}">
                <a16:creationId xmlns:a16="http://schemas.microsoft.com/office/drawing/2014/main" id="{77987830-FD1D-4F67-896D-0FF8B4CB7C67}"/>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patient/family participation, interdisciplinary roles, medication and appointment continuity.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D54B2872-CD56-4EE5-A9EE-B635FC2B61CB}"/>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B30F1F47-AE6F-4B38-90D5-5DEF7E989909}"/>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23622E66-05A5-4A1C-95F0-19D20868D411}"/>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20183882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990874E-95DF-434C-882F-9F83CD7B4018}"/>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6823DFEE-4DA2-4CBC-B4E9-C406EC048A60}"/>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Follow-up and readmission prevention</a:t>
            </a:r>
          </a:p>
        </p:txBody>
      </p:sp>
      <p:sp>
        <p:nvSpPr>
          <p:cNvPr id="3" name="">
            <a:extLst xmlns:a="http://schemas.openxmlformats.org/drawingml/2006/main">
              <a:ext uri="{FF2B5EF4-FFF2-40B4-BE49-F238E27FC236}">
                <a16:creationId xmlns:a16="http://schemas.microsoft.com/office/drawing/2014/main" id="{9A02AA38-6757-4BE9-8C9F-21776F72B916}"/>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warning signs, referrals, documentation, and handover</a:t>
            </a:r>
          </a:p>
        </p:txBody>
      </p:sp>
      <p:sp>
        <p:nvSpPr>
          <p:cNvPr id="4" name="">
            <a:extLst xmlns:a="http://schemas.openxmlformats.org/drawingml/2006/main">
              <a:ext uri="{FF2B5EF4-FFF2-40B4-BE49-F238E27FC236}">
                <a16:creationId xmlns:a16="http://schemas.microsoft.com/office/drawing/2014/main" id="{DB2DB47D-F566-461F-BDA4-6AA94E8901BD}"/>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warning signs, referrals, documentation, and handover.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DA9B2636-EA0F-45A1-A8AC-B5E973625C40}"/>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FE191CE1-B2D5-4DED-86B9-2B9588ADE45D}"/>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0A35C91B-3EB0-427E-BCB6-09F9B693C281}"/>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1763804261"/>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020C5C-6C38-487F-B574-1F4552C0C88D}"/>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64960F0E-30EC-4779-A2B8-3C42BFC7565D}"/>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6F8766F4-ABCD-41FD-9621-0971C9C7CCF9}"/>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05692506-CD1C-4BE5-B18D-8CF21E71D4BB}"/>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risk factors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coordination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patient participation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follow-up</a:t>
            </a:r>
          </a:p>
        </p:txBody>
      </p:sp>
      <p:sp>
        <p:nvSpPr>
          <p:cNvPr id="5" name="">
            <a:extLst xmlns:a="http://schemas.openxmlformats.org/drawingml/2006/main">
              <a:ext uri="{FF2B5EF4-FFF2-40B4-BE49-F238E27FC236}">
                <a16:creationId xmlns:a16="http://schemas.microsoft.com/office/drawing/2014/main" id="{B7D0F81C-4601-4A05-9D07-C4CF3B95425B}"/>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653E7EE2-14D4-4CB0-AE02-286EA60F6E23}"/>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21CF0B5C-FA5B-4747-B28A-E7FE192803CD}"/>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8551235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2026-10-03T16:21:54.3400000Z</dcterms:created>
  <dcterms:modified xsi:type="dcterms:W3CDTF">2026-10-03T16:21:54.3400000Z</dcterms:modified>
</coreProperties>
</file>