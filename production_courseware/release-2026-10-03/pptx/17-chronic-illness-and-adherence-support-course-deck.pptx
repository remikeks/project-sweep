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d95c6b96b04088" /><Relationship Type="http://schemas.openxmlformats.org/officeDocument/2006/relationships/extended-properties" Target="/docProps/app.xml" Id="R2f870f83a109447c" /><Relationship Type="http://schemas.openxmlformats.org/officeDocument/2006/relationships/officeDocument" Target="/ppt/presentation.xml" Id="R0936b779bd484c20" /></Relationships>
</file>

<file path=ppt/presentation.xml><?xml version="1.0" encoding="utf-8"?>
<p:presentation xmlns:p="http://schemas.openxmlformats.org/presentationml/2006/main">
  <p:sldMasterIdLst>
    <p:sldMasterId xmlns:r="http://schemas.openxmlformats.org/officeDocument/2006/relationships" id="2147483648" r:id="Ra50b0a5806c24264"/>
  </p:sldMasterIdLst>
  <p:notesMasterIdLst>
    <p:notesMasterId xmlns:r="http://schemas.openxmlformats.org/officeDocument/2006/relationships" r:id="R4a7e7e01cb174048"/>
  </p:notesMasterIdLst>
  <p:sldIdLst>
    <p:sldId xmlns:r="http://schemas.openxmlformats.org/officeDocument/2006/relationships" id="256" r:id="R8c2a7f700b854773"/>
    <p:sldId xmlns:r="http://schemas.openxmlformats.org/officeDocument/2006/relationships" id="257" r:id="R093b2137abfd4670"/>
    <p:sldId xmlns:r="http://schemas.openxmlformats.org/officeDocument/2006/relationships" id="258" r:id="Rdd97f6acf2aa45e3"/>
    <p:sldId xmlns:r="http://schemas.openxmlformats.org/officeDocument/2006/relationships" id="259" r:id="R0c7ec4c8001a45fe"/>
    <p:sldId xmlns:r="http://schemas.openxmlformats.org/officeDocument/2006/relationships" id="260" r:id="Rbe8ec7b20fdc44bf"/>
    <p:sldId xmlns:r="http://schemas.openxmlformats.org/officeDocument/2006/relationships" id="261" r:id="R18979915b0cd45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70dab74b98425c" /><Relationship Type="http://schemas.openxmlformats.org/officeDocument/2006/relationships/slideMaster" Target="/ppt/slideMasters/slideMaster1.xml" Id="Ra50b0a5806c24264" /><Relationship Type="http://schemas.openxmlformats.org/officeDocument/2006/relationships/notesMaster" Target="/ppt/notesMasters/notesMaster1.xml" Id="R4a7e7e01cb174048" /><Relationship Type="http://schemas.openxmlformats.org/officeDocument/2006/relationships/presProps" Target="/ppt/presProps.xml" Id="R152570e848124e67" /><Relationship Type="http://schemas.openxmlformats.org/officeDocument/2006/relationships/tableStyles" Target="/ppt/tableStyles.xml" Id="R033a91340b7d44d2" /><Relationship Type="http://schemas.openxmlformats.org/officeDocument/2006/relationships/slide" Target="/ppt/slides/slide1.xml" Id="R8c2a7f700b854773" /><Relationship Type="http://schemas.openxmlformats.org/officeDocument/2006/relationships/slide" Target="/ppt/slides/slide2.xml" Id="R093b2137abfd4670" /><Relationship Type="http://schemas.openxmlformats.org/officeDocument/2006/relationships/slide" Target="/ppt/slides/slide3.xml" Id="Rdd97f6acf2aa45e3" /><Relationship Type="http://schemas.openxmlformats.org/officeDocument/2006/relationships/slide" Target="/ppt/slides/slide4.xml" Id="R0c7ec4c8001a45fe" /><Relationship Type="http://schemas.openxmlformats.org/officeDocument/2006/relationships/slide" Target="/ppt/slides/slide5.xml" Id="Rbe8ec7b20fdc44bf" /><Relationship Type="http://schemas.openxmlformats.org/officeDocument/2006/relationships/slide" Target="/ppt/slides/slide6.xml" Id="R18979915b0cd45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e2d5f5c7394d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44df431b594eb9" /><Relationship Type="http://schemas.openxmlformats.org/officeDocument/2006/relationships/notesMaster" Target="/ppt/notesMasters/notesMaster1.xml" Id="R50c54e5efe4b4e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b99ab202204bed" /><Relationship Type="http://schemas.openxmlformats.org/officeDocument/2006/relationships/notesMaster" Target="/ppt/notesMasters/notesMaster1.xml" Id="R64eae27fee9f4e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8d56b206554ec0" /><Relationship Type="http://schemas.openxmlformats.org/officeDocument/2006/relationships/notesMaster" Target="/ppt/notesMasters/notesMaster1.xml" Id="R9cd3d8da0d5a4f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3195f853db4ac5" /><Relationship Type="http://schemas.openxmlformats.org/officeDocument/2006/relationships/notesMaster" Target="/ppt/notesMasters/notesMaster1.xml" Id="Reac5d4d7884b4a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43344424ed442e" /><Relationship Type="http://schemas.openxmlformats.org/officeDocument/2006/relationships/notesMaster" Target="/ppt/notesMasters/notesMaster1.xml" Id="Red5c1234c5f74c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9b12c6338c4902" /><Relationship Type="http://schemas.openxmlformats.org/officeDocument/2006/relationships/notesMaster" Target="/ppt/notesMasters/notesMaster1.xml" Id="R3c13ea860ac142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106cc20f7340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d38dca5e8d49f3" /><Relationship Type="http://schemas.openxmlformats.org/officeDocument/2006/relationships/slideLayout" Target="/ppt/slideLayouts/slideLayout1.xml" Id="Rb7526211cfb04d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526211cfb04d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29e7c6aac04bb6" /><Relationship Type="http://schemas.openxmlformats.org/officeDocument/2006/relationships/image" Target="/ppt/media/image.png" Id="R0619a877a0a14345" /><Relationship Type="http://schemas.openxmlformats.org/officeDocument/2006/relationships/notesSlide" Target="/ppt/notesSlides/notesSlide1.xml" Id="Refd994e39ab941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8961f710d454ba6" /><Relationship Type="http://schemas.openxmlformats.org/officeDocument/2006/relationships/notesSlide" Target="/ppt/notesSlides/notesSlide2.xml" Id="Rb9be39e105524d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25c401d0e9402d" /><Relationship Type="http://schemas.openxmlformats.org/officeDocument/2006/relationships/notesSlide" Target="/ppt/notesSlides/notesSlide3.xml" Id="Rfcb9e50265f442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3d67df87b54c8f" /><Relationship Type="http://schemas.openxmlformats.org/officeDocument/2006/relationships/notesSlide" Target="/ppt/notesSlides/notesSlide4.xml" Id="R7667a43548ca4b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00ffcd10cb4b1a" /><Relationship Type="http://schemas.openxmlformats.org/officeDocument/2006/relationships/notesSlide" Target="/ppt/notesSlides/notesSlide5.xml" Id="Rcdeb6c83b87844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2d08e6695b4248" /><Relationship Type="http://schemas.openxmlformats.org/officeDocument/2006/relationships/notesSlide" Target="/ppt/notesSlides/notesSlide6.xml" Id="R9ea8eaccb36643d7"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0619a877a0a1434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E4E69E2-9516-4DAF-B13B-A58F2FAE4DAE}"/>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Chronic Illness &amp; Adherence Support</a:t>
            </a:r>
          </a:p>
        </p:txBody>
      </p:sp>
      <p:sp>
        <p:nvSpPr>
          <p:cNvPr id="3" name="">
            <a:extLst xmlns:a="http://schemas.openxmlformats.org/drawingml/2006/main">
              <a:ext uri="{FF2B5EF4-FFF2-40B4-BE49-F238E27FC236}">
                <a16:creationId xmlns:a16="http://schemas.microsoft.com/office/drawing/2014/main" id="{5CB330DD-39BD-4183-B24A-96A56576AA81}"/>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Medical &amp; Health Social Work</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8ABC6F9E-17D2-44F4-9E1E-FCA0E36F4E23}"/>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145376678"/>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92C8BE-1B11-4969-AA23-75E68BB8154E}"/>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67B26552-6944-48F1-98BA-DEEE44673599}"/>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Support people living with chronic conditions to overcome practical and psychosocial barriers to care.</a:t>
            </a:r>
          </a:p>
        </p:txBody>
      </p:sp>
      <p:sp>
        <p:nvSpPr>
          <p:cNvPr id="3" name="">
            <a:extLst xmlns:a="http://schemas.openxmlformats.org/drawingml/2006/main">
              <a:ext uri="{FF2B5EF4-FFF2-40B4-BE49-F238E27FC236}">
                <a16:creationId xmlns:a16="http://schemas.microsoft.com/office/drawing/2014/main" id="{8F7C3A07-85FE-4FE1-841D-D1DFFEC4058F}"/>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F9BDF43F-29BC-4ED5-BD88-1C108437D7BA}"/>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D631C9D5-6EBE-44A4-A1B4-5A8B7954FC11}"/>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26898E28-26F9-484E-B9A8-4A999A46D809}"/>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5388895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A29020-A2C5-492E-92E5-A007DDF75BF4}"/>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1E3CA804-DD9B-46B4-88F6-156E0CF7176B}"/>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Living with chronic illness</a:t>
            </a:r>
          </a:p>
        </p:txBody>
      </p:sp>
      <p:sp>
        <p:nvSpPr>
          <p:cNvPr id="3" name="">
            <a:extLst xmlns:a="http://schemas.openxmlformats.org/drawingml/2006/main">
              <a:ext uri="{FF2B5EF4-FFF2-40B4-BE49-F238E27FC236}">
                <a16:creationId xmlns:a16="http://schemas.microsoft.com/office/drawing/2014/main" id="{A8AC2EC8-7D1D-4DFB-B3C0-3204561071C1}"/>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illness burden, stigma, social determinants, self-management, and strengths</a:t>
            </a:r>
          </a:p>
        </p:txBody>
      </p:sp>
      <p:sp>
        <p:nvSpPr>
          <p:cNvPr id="4" name="">
            <a:extLst xmlns:a="http://schemas.openxmlformats.org/drawingml/2006/main">
              <a:ext uri="{FF2B5EF4-FFF2-40B4-BE49-F238E27FC236}">
                <a16:creationId xmlns:a16="http://schemas.microsoft.com/office/drawing/2014/main" id="{5B110DE2-9FAF-4A2F-939E-7BD3599CE582}"/>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illness burden, stigma, social determinants, self-management, and strengths.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9269D680-88ED-4C8F-B809-93828DC5981B}"/>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E2D4C793-B9B5-4406-AE67-2BC6A5E0F58E}"/>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997253D9-C6BB-477D-8D16-A3A37D221404}"/>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3702545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981CD8-BDA9-41EF-9768-AF33F0E7DBE3}"/>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450CB8A4-012D-4D24-B147-C789D134AFC7}"/>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Understanding adherence barriers</a:t>
            </a:r>
          </a:p>
        </p:txBody>
      </p:sp>
      <p:sp>
        <p:nvSpPr>
          <p:cNvPr id="3" name="">
            <a:extLst xmlns:a="http://schemas.openxmlformats.org/drawingml/2006/main">
              <a:ext uri="{FF2B5EF4-FFF2-40B4-BE49-F238E27FC236}">
                <a16:creationId xmlns:a16="http://schemas.microsoft.com/office/drawing/2014/main" id="{8AD6F43C-AEAF-4577-AE39-0E2DB70B27C9}"/>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beliefs, cost, access, literacy, side effects, mental health, and family factors</a:t>
            </a:r>
          </a:p>
        </p:txBody>
      </p:sp>
      <p:sp>
        <p:nvSpPr>
          <p:cNvPr id="4" name="">
            <a:extLst xmlns:a="http://schemas.openxmlformats.org/drawingml/2006/main">
              <a:ext uri="{FF2B5EF4-FFF2-40B4-BE49-F238E27FC236}">
                <a16:creationId xmlns:a16="http://schemas.microsoft.com/office/drawing/2014/main" id="{13F866AC-0800-43BD-AFFE-63B947EDB3D6}"/>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beliefs, cost, access, literacy, side effects, mental health, and family factors.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70459A77-E7C3-47EE-8545-4217DA7C8F0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5C712C20-793B-4251-BD8B-1924D8D3A6A6}"/>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8E45E5C2-837C-434C-9411-2655B37CEAB3}"/>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7479187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9F8E32-0FA5-45A4-A475-6B5129C9DEFE}"/>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0545B6EB-D6DC-42CF-8993-39FBD360A674}"/>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Collaborative support plan</a:t>
            </a:r>
          </a:p>
        </p:txBody>
      </p:sp>
      <p:sp>
        <p:nvSpPr>
          <p:cNvPr id="3" name="">
            <a:extLst xmlns:a="http://schemas.openxmlformats.org/drawingml/2006/main">
              <a:ext uri="{FF2B5EF4-FFF2-40B4-BE49-F238E27FC236}">
                <a16:creationId xmlns:a16="http://schemas.microsoft.com/office/drawing/2014/main" id="{2A4FC077-F2A5-4797-8822-B1747B01791B}"/>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goal setting, education, reminders, referrals, monitoring, and advocacy</a:t>
            </a:r>
          </a:p>
        </p:txBody>
      </p:sp>
      <p:sp>
        <p:nvSpPr>
          <p:cNvPr id="4" name="">
            <a:extLst xmlns:a="http://schemas.openxmlformats.org/drawingml/2006/main">
              <a:ext uri="{FF2B5EF4-FFF2-40B4-BE49-F238E27FC236}">
                <a16:creationId xmlns:a16="http://schemas.microsoft.com/office/drawing/2014/main" id="{01A8E7EB-2A37-4F70-BE06-B0F6E2DFE675}"/>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goal setting, education, reminders, referrals, monitoring, and advocacy.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58DCB218-316F-49B5-88E5-145112C15F4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456DCF83-55B1-441C-A1BE-C7EF7C12EDEE}"/>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437D54BA-813D-4119-8167-7715FFC8A4B5}"/>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669580348"/>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1F9AE4-8480-4999-B526-4CCD6ECA673D}"/>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ABC0E50A-D82E-4934-9907-BFCA177CA432}"/>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92218EF7-8E9A-4CFA-89E1-1236B8071B21}"/>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0F3374AB-D4AC-4C23-927F-53B62421AB62}"/>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barriers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collaborative goals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adherence supports</a:t>
            </a:r>
          </a:p>
        </p:txBody>
      </p:sp>
      <p:sp>
        <p:nvSpPr>
          <p:cNvPr id="5" name="">
            <a:extLst xmlns:a="http://schemas.openxmlformats.org/drawingml/2006/main">
              <a:ext uri="{FF2B5EF4-FFF2-40B4-BE49-F238E27FC236}">
                <a16:creationId xmlns:a16="http://schemas.microsoft.com/office/drawing/2014/main" id="{7EBCBFB5-E968-4CB0-A7BA-43F7F633CE66}"/>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E1AD4044-53A2-45C9-8A82-3C8517A1C1F0}"/>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5C049CF0-BF6C-43A4-B9B6-2FBFFD1BA12C}"/>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2544938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2026-10-03T16:22:00.9520000Z</dcterms:created>
  <dcterms:modified xsi:type="dcterms:W3CDTF">2026-10-03T16:22:00.9520000Z</dcterms:modified>
</coreProperties>
</file>