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579e805e9a44e7" /><Relationship Type="http://schemas.openxmlformats.org/officeDocument/2006/relationships/extended-properties" Target="/docProps/app.xml" Id="R57baacef2eee4a11" /><Relationship Type="http://schemas.openxmlformats.org/officeDocument/2006/relationships/officeDocument" Target="/ppt/presentation.xml" Id="R05a8ba296f2042f7" /></Relationships>
</file>

<file path=ppt/presentation.xml><?xml version="1.0" encoding="utf-8"?>
<p:presentation xmlns:p="http://schemas.openxmlformats.org/presentationml/2006/main">
  <p:sldMasterIdLst>
    <p:sldMasterId xmlns:r="http://schemas.openxmlformats.org/officeDocument/2006/relationships" id="2147483648" r:id="Re3c95a6d02e84eaa"/>
  </p:sldMasterIdLst>
  <p:notesMasterIdLst>
    <p:notesMasterId xmlns:r="http://schemas.openxmlformats.org/officeDocument/2006/relationships" r:id="R6ea3403d01544ecc"/>
  </p:notesMasterIdLst>
  <p:sldIdLst>
    <p:sldId xmlns:r="http://schemas.openxmlformats.org/officeDocument/2006/relationships" id="256" r:id="Re906c630cd0d4b01"/>
    <p:sldId xmlns:r="http://schemas.openxmlformats.org/officeDocument/2006/relationships" id="257" r:id="R968d26dd507c4a38"/>
    <p:sldId xmlns:r="http://schemas.openxmlformats.org/officeDocument/2006/relationships" id="258" r:id="Rc42137cbbf264523"/>
    <p:sldId xmlns:r="http://schemas.openxmlformats.org/officeDocument/2006/relationships" id="259" r:id="R4e8cc2156ea84baf"/>
    <p:sldId xmlns:r="http://schemas.openxmlformats.org/officeDocument/2006/relationships" id="260" r:id="R5ff543cb7afd4117"/>
    <p:sldId xmlns:r="http://schemas.openxmlformats.org/officeDocument/2006/relationships" id="261" r:id="Re9083d6abfcd48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a3e638119f4bc3" /><Relationship Type="http://schemas.openxmlformats.org/officeDocument/2006/relationships/slideMaster" Target="/ppt/slideMasters/slideMaster1.xml" Id="Re3c95a6d02e84eaa" /><Relationship Type="http://schemas.openxmlformats.org/officeDocument/2006/relationships/notesMaster" Target="/ppt/notesMasters/notesMaster1.xml" Id="R6ea3403d01544ecc" /><Relationship Type="http://schemas.openxmlformats.org/officeDocument/2006/relationships/presProps" Target="/ppt/presProps.xml" Id="R525405f5383e4737" /><Relationship Type="http://schemas.openxmlformats.org/officeDocument/2006/relationships/tableStyles" Target="/ppt/tableStyles.xml" Id="R9742db44b01e4ab3" /><Relationship Type="http://schemas.openxmlformats.org/officeDocument/2006/relationships/slide" Target="/ppt/slides/slide1.xml" Id="Re906c630cd0d4b01" /><Relationship Type="http://schemas.openxmlformats.org/officeDocument/2006/relationships/slide" Target="/ppt/slides/slide2.xml" Id="R968d26dd507c4a38" /><Relationship Type="http://schemas.openxmlformats.org/officeDocument/2006/relationships/slide" Target="/ppt/slides/slide3.xml" Id="Rc42137cbbf264523" /><Relationship Type="http://schemas.openxmlformats.org/officeDocument/2006/relationships/slide" Target="/ppt/slides/slide4.xml" Id="R4e8cc2156ea84baf" /><Relationship Type="http://schemas.openxmlformats.org/officeDocument/2006/relationships/slide" Target="/ppt/slides/slide5.xml" Id="R5ff543cb7afd4117" /><Relationship Type="http://schemas.openxmlformats.org/officeDocument/2006/relationships/slide" Target="/ppt/slides/slide6.xml" Id="Re9083d6abfcd48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4c5bdb110b4b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75a5c10e2f48fa" /><Relationship Type="http://schemas.openxmlformats.org/officeDocument/2006/relationships/notesMaster" Target="/ppt/notesMasters/notesMaster1.xml" Id="Rb9b560954a5d4d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91494ed8444084" /><Relationship Type="http://schemas.openxmlformats.org/officeDocument/2006/relationships/notesMaster" Target="/ppt/notesMasters/notesMaster1.xml" Id="R4b056da8481b4f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8caae949264916" /><Relationship Type="http://schemas.openxmlformats.org/officeDocument/2006/relationships/notesMaster" Target="/ppt/notesMasters/notesMaster1.xml" Id="Rb1b8e86d475040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ab469e766a4341" /><Relationship Type="http://schemas.openxmlformats.org/officeDocument/2006/relationships/notesMaster" Target="/ppt/notesMasters/notesMaster1.xml" Id="R1ec900c6baec44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c098c877ed4812" /><Relationship Type="http://schemas.openxmlformats.org/officeDocument/2006/relationships/notesMaster" Target="/ppt/notesMasters/notesMaster1.xml" Id="R8df348079e2747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b32b2142624a50" /><Relationship Type="http://schemas.openxmlformats.org/officeDocument/2006/relationships/notesMaster" Target="/ppt/notesMasters/notesMaster1.xml" Id="Rf0014840fbf24b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eef71e4bd041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d534c0dd83449c" /><Relationship Type="http://schemas.openxmlformats.org/officeDocument/2006/relationships/slideLayout" Target="/ppt/slideLayouts/slideLayout1.xml" Id="Raa982602989048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982602989048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8e0576a0fe47c3" /><Relationship Type="http://schemas.openxmlformats.org/officeDocument/2006/relationships/image" Target="/ppt/media/image.png" Id="R9be5d026e79e491f" /><Relationship Type="http://schemas.openxmlformats.org/officeDocument/2006/relationships/notesSlide" Target="/ppt/notesSlides/notesSlide1.xml" Id="R4f8df5a3751044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e885d57f0b4de4" /><Relationship Type="http://schemas.openxmlformats.org/officeDocument/2006/relationships/notesSlide" Target="/ppt/notesSlides/notesSlide2.xml" Id="R4ad89a8e8f9f49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674357c6fc40e2" /><Relationship Type="http://schemas.openxmlformats.org/officeDocument/2006/relationships/notesSlide" Target="/ppt/notesSlides/notesSlide3.xml" Id="R047f42406fc04c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064cf595384be9" /><Relationship Type="http://schemas.openxmlformats.org/officeDocument/2006/relationships/notesSlide" Target="/ppt/notesSlides/notesSlide4.xml" Id="R4fc1912f773c44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a36f606ff4473b" /><Relationship Type="http://schemas.openxmlformats.org/officeDocument/2006/relationships/notesSlide" Target="/ppt/notesSlides/notesSlide5.xml" Id="R20b4ad24b21940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d58a03b5f24351" /><Relationship Type="http://schemas.openxmlformats.org/officeDocument/2006/relationships/notesSlide" Target="/ppt/notesSlides/notesSlide6.xml" Id="R496d38892ff2462f"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be5d026e79e491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CB0A33-5E11-4FF7-82EC-AD0C95E860BC}"/>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026"/>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Interdisciplinary Collaboration in Healthcare</a:t>
            </a:r>
          </a:p>
        </p:txBody>
      </p:sp>
      <p:sp>
        <p:nvSpPr>
          <p:cNvPr id="3" name="">
            <a:extLst xmlns:a="http://schemas.openxmlformats.org/drawingml/2006/main">
              <a:ext uri="{FF2B5EF4-FFF2-40B4-BE49-F238E27FC236}">
                <a16:creationId xmlns:a16="http://schemas.microsoft.com/office/drawing/2014/main" id="{AED4022D-5AC5-43FC-8F6C-DE78196DC3D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Medical &amp; Health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FB3C194F-1ECE-4C60-873C-3DA7A1C5897E}"/>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957519787"/>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369B28-1E29-4EA0-8F33-8BE29F83F9E4}"/>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14EE8E2D-176A-4733-B438-E1F916EB192F}"/>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Work effectively and ethically in healthcare teams while protecting the social-work perspective.</a:t>
            </a:r>
          </a:p>
        </p:txBody>
      </p:sp>
      <p:sp>
        <p:nvSpPr>
          <p:cNvPr id="3" name="">
            <a:extLst xmlns:a="http://schemas.openxmlformats.org/drawingml/2006/main">
              <a:ext uri="{FF2B5EF4-FFF2-40B4-BE49-F238E27FC236}">
                <a16:creationId xmlns:a16="http://schemas.microsoft.com/office/drawing/2014/main" id="{DDC30532-1231-4903-8DAB-42F9294C0B43}"/>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238372A7-0553-4188-8397-633687808D76}"/>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C66E21D0-8D82-4ABE-B9CE-BEA34D338C3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6D15CF74-A3D3-422B-B18F-55AB393F0A8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549369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0D5959-F198-4D08-88F0-72DCC9FCD8CB}"/>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FBEBA99F-D3AA-42D5-A09B-46329508E35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Team-based care</a:t>
            </a:r>
          </a:p>
        </p:txBody>
      </p:sp>
      <p:sp>
        <p:nvSpPr>
          <p:cNvPr id="3" name="">
            <a:extLst xmlns:a="http://schemas.openxmlformats.org/drawingml/2006/main">
              <a:ext uri="{FF2B5EF4-FFF2-40B4-BE49-F238E27FC236}">
                <a16:creationId xmlns:a16="http://schemas.microsoft.com/office/drawing/2014/main" id="{FA5BD36F-8C02-48E7-8253-3AE49466DE4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roles, scope, referrals, shared goals, and social determinants of health</a:t>
            </a:r>
          </a:p>
        </p:txBody>
      </p:sp>
      <p:sp>
        <p:nvSpPr>
          <p:cNvPr id="4" name="">
            <a:extLst xmlns:a="http://schemas.openxmlformats.org/drawingml/2006/main">
              <a:ext uri="{FF2B5EF4-FFF2-40B4-BE49-F238E27FC236}">
                <a16:creationId xmlns:a16="http://schemas.microsoft.com/office/drawing/2014/main" id="{412AE56C-FD0E-4A87-A380-BB0CEA29CF0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roles, scope, referrals, shared goals, and social determinants of health.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E860FB0-887B-4173-BB94-FC11E60BD0D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2C9831E-9EFD-4B06-AC37-1A1D469AC02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5267952-ACCD-44B1-97EB-7FEBCF42499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20811093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F43C7-2E88-4273-9CFD-B21B1DC021B7}"/>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FC77BC56-101F-4A69-8EA9-14D0ADD18682}"/>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Communication and coordination</a:t>
            </a:r>
          </a:p>
        </p:txBody>
      </p:sp>
      <p:sp>
        <p:nvSpPr>
          <p:cNvPr id="3" name="">
            <a:extLst xmlns:a="http://schemas.openxmlformats.org/drawingml/2006/main">
              <a:ext uri="{FF2B5EF4-FFF2-40B4-BE49-F238E27FC236}">
                <a16:creationId xmlns:a16="http://schemas.microsoft.com/office/drawing/2014/main" id="{F605289B-3E66-40CC-B688-016ABD86AA5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case conferences, handovers, documentation, advocacy, and constructive disagreement</a:t>
            </a:r>
          </a:p>
        </p:txBody>
      </p:sp>
      <p:sp>
        <p:nvSpPr>
          <p:cNvPr id="4" name="">
            <a:extLst xmlns:a="http://schemas.openxmlformats.org/drawingml/2006/main">
              <a:ext uri="{FF2B5EF4-FFF2-40B4-BE49-F238E27FC236}">
                <a16:creationId xmlns:a16="http://schemas.microsoft.com/office/drawing/2014/main" id="{FA80EB5A-9357-4842-AC09-76ADF767670D}"/>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case conferences, handovers, documentation, advocacy, and constructive disagreement.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FB847E1-1BE8-4E17-A228-6719D94DED7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C5582CEF-32A2-4BAD-8BF1-5C08761F9A4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9936606-0473-4A1F-8087-44CEC16FFA0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7203485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92371E-D5CA-463D-B1F1-E79EB28B8C4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A4303FE9-2C79-4B61-B0DA-534B68E76BE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Ethics and quality improvement</a:t>
            </a:r>
          </a:p>
        </p:txBody>
      </p:sp>
      <p:sp>
        <p:nvSpPr>
          <p:cNvPr id="3" name="">
            <a:extLst xmlns:a="http://schemas.openxmlformats.org/drawingml/2006/main">
              <a:ext uri="{FF2B5EF4-FFF2-40B4-BE49-F238E27FC236}">
                <a16:creationId xmlns:a16="http://schemas.microsoft.com/office/drawing/2014/main" id="{F6B2323B-03EE-43EF-868D-1A104264D19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confidentiality, consent, equity, burnout prevention, and reflective practice</a:t>
            </a:r>
          </a:p>
        </p:txBody>
      </p:sp>
      <p:sp>
        <p:nvSpPr>
          <p:cNvPr id="4" name="">
            <a:extLst xmlns:a="http://schemas.openxmlformats.org/drawingml/2006/main">
              <a:ext uri="{FF2B5EF4-FFF2-40B4-BE49-F238E27FC236}">
                <a16:creationId xmlns:a16="http://schemas.microsoft.com/office/drawing/2014/main" id="{2ACB623F-1B05-4B54-91FF-F859517C501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confidentiality, consent, equity, burnout prevention, and reflective practice.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DA49092-344A-45A7-853E-1C371F3CBD9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BFA6D5E-228E-4D2B-B610-EF691D93366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D058B93-C0D8-4BA6-B87B-6217E29BFD53}"/>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95889574"/>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28CB558-D892-493E-844B-80734CFBDBC7}"/>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21F2774B-F8AA-40BF-A83F-0F4A08BBB1CF}"/>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11378AB8-FFE5-4CA5-A142-0B962EC1A9A1}"/>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132AC20-5251-4ADB-8277-D1B91700526B}"/>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roles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communication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confidentiality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advocacy</a:t>
            </a:r>
          </a:p>
        </p:txBody>
      </p:sp>
      <p:sp>
        <p:nvSpPr>
          <p:cNvPr id="5" name="">
            <a:extLst xmlns:a="http://schemas.openxmlformats.org/drawingml/2006/main">
              <a:ext uri="{FF2B5EF4-FFF2-40B4-BE49-F238E27FC236}">
                <a16:creationId xmlns:a16="http://schemas.microsoft.com/office/drawing/2014/main" id="{26DCB96B-97FF-4110-A45B-D519BF2C67B2}"/>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5BBE1385-198F-41DE-8F97-50849991B35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8B5A03C-EAE6-442E-A5EF-7C198523E8B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804782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2026-10-03T16:22:09.4610000Z</dcterms:created>
  <dcterms:modified xsi:type="dcterms:W3CDTF">2026-10-03T16:22:09.4610000Z</dcterms:modified>
</coreProperties>
</file>