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a6f129b194460d" /><Relationship Type="http://schemas.openxmlformats.org/officeDocument/2006/relationships/extended-properties" Target="/docProps/app.xml" Id="R903a3efeea514e11" /><Relationship Type="http://schemas.openxmlformats.org/officeDocument/2006/relationships/officeDocument" Target="/ppt/presentation.xml" Id="Re32148db4af645b0" /></Relationships>
</file>

<file path=ppt/presentation.xml><?xml version="1.0" encoding="utf-8"?>
<p:presentation xmlns:p="http://schemas.openxmlformats.org/presentationml/2006/main">
  <p:sldMasterIdLst>
    <p:sldMasterId xmlns:r="http://schemas.openxmlformats.org/officeDocument/2006/relationships" id="2147483648" r:id="Rfd0bce1a06b541c6"/>
  </p:sldMasterIdLst>
  <p:notesMasterIdLst>
    <p:notesMasterId xmlns:r="http://schemas.openxmlformats.org/officeDocument/2006/relationships" r:id="R940dbffe7ecf4e21"/>
  </p:notesMasterIdLst>
  <p:sldIdLst>
    <p:sldId xmlns:r="http://schemas.openxmlformats.org/officeDocument/2006/relationships" id="256" r:id="R83919db699244712"/>
    <p:sldId xmlns:r="http://schemas.openxmlformats.org/officeDocument/2006/relationships" id="257" r:id="R73638235c6da44ac"/>
    <p:sldId xmlns:r="http://schemas.openxmlformats.org/officeDocument/2006/relationships" id="258" r:id="Re7eb5a2959ec4b0e"/>
    <p:sldId xmlns:r="http://schemas.openxmlformats.org/officeDocument/2006/relationships" id="259" r:id="R5a978c79d9b948ae"/>
    <p:sldId xmlns:r="http://schemas.openxmlformats.org/officeDocument/2006/relationships" id="260" r:id="Rcaf4c918573b426f"/>
    <p:sldId xmlns:r="http://schemas.openxmlformats.org/officeDocument/2006/relationships" id="261" r:id="R680406ff9da042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4f5a4eb1594c26" /><Relationship Type="http://schemas.openxmlformats.org/officeDocument/2006/relationships/slideMaster" Target="/ppt/slideMasters/slideMaster1.xml" Id="Rfd0bce1a06b541c6" /><Relationship Type="http://schemas.openxmlformats.org/officeDocument/2006/relationships/notesMaster" Target="/ppt/notesMasters/notesMaster1.xml" Id="R940dbffe7ecf4e21" /><Relationship Type="http://schemas.openxmlformats.org/officeDocument/2006/relationships/presProps" Target="/ppt/presProps.xml" Id="Rbf3a883aaba04f9a" /><Relationship Type="http://schemas.openxmlformats.org/officeDocument/2006/relationships/tableStyles" Target="/ppt/tableStyles.xml" Id="R829eab96c07b4524" /><Relationship Type="http://schemas.openxmlformats.org/officeDocument/2006/relationships/slide" Target="/ppt/slides/slide1.xml" Id="R83919db699244712" /><Relationship Type="http://schemas.openxmlformats.org/officeDocument/2006/relationships/slide" Target="/ppt/slides/slide2.xml" Id="R73638235c6da44ac" /><Relationship Type="http://schemas.openxmlformats.org/officeDocument/2006/relationships/slide" Target="/ppt/slides/slide3.xml" Id="Re7eb5a2959ec4b0e" /><Relationship Type="http://schemas.openxmlformats.org/officeDocument/2006/relationships/slide" Target="/ppt/slides/slide4.xml" Id="R5a978c79d9b948ae" /><Relationship Type="http://schemas.openxmlformats.org/officeDocument/2006/relationships/slide" Target="/ppt/slides/slide5.xml" Id="Rcaf4c918573b426f" /><Relationship Type="http://schemas.openxmlformats.org/officeDocument/2006/relationships/slide" Target="/ppt/slides/slide6.xml" Id="R680406ff9da042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0e8d5c8c8b46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8f78c3b46c4f25" /><Relationship Type="http://schemas.openxmlformats.org/officeDocument/2006/relationships/notesMaster" Target="/ppt/notesMasters/notesMaster1.xml" Id="Rc3f3e541791a43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85d46eef214c4c" /><Relationship Type="http://schemas.openxmlformats.org/officeDocument/2006/relationships/notesMaster" Target="/ppt/notesMasters/notesMaster1.xml" Id="R46685a4609cb45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deeb5e1786437e" /><Relationship Type="http://schemas.openxmlformats.org/officeDocument/2006/relationships/notesMaster" Target="/ppt/notesMasters/notesMaster1.xml" Id="R8974c0e9490c49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1c9e4129f5485a" /><Relationship Type="http://schemas.openxmlformats.org/officeDocument/2006/relationships/notesMaster" Target="/ppt/notesMasters/notesMaster1.xml" Id="R430b1d3db72a4a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977fe1139946e4" /><Relationship Type="http://schemas.openxmlformats.org/officeDocument/2006/relationships/notesMaster" Target="/ppt/notesMasters/notesMaster1.xml" Id="R488e1c5f7a3b43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dd5d0ecdf94916" /><Relationship Type="http://schemas.openxmlformats.org/officeDocument/2006/relationships/notesMaster" Target="/ppt/notesMasters/notesMaster1.xml" Id="R1a33ed9a707140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7641e6a31a41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e638d8f30e4035" /><Relationship Type="http://schemas.openxmlformats.org/officeDocument/2006/relationships/slideLayout" Target="/ppt/slideLayouts/slideLayout1.xml" Id="R84c7586639c24e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c7586639c24e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e1f0dce4ac14945" /><Relationship Type="http://schemas.openxmlformats.org/officeDocument/2006/relationships/image" Target="/ppt/media/image.png" Id="R88690d0b40464803" /><Relationship Type="http://schemas.openxmlformats.org/officeDocument/2006/relationships/notesSlide" Target="/ppt/notesSlides/notesSlide1.xml" Id="Rd8a40326093541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bcd3628c794075" /><Relationship Type="http://schemas.openxmlformats.org/officeDocument/2006/relationships/notesSlide" Target="/ppt/notesSlides/notesSlide2.xml" Id="R36808bca180841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aeba2823f84712" /><Relationship Type="http://schemas.openxmlformats.org/officeDocument/2006/relationships/notesSlide" Target="/ppt/notesSlides/notesSlide3.xml" Id="R2227372129984c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cc4ed18567d4ae2" /><Relationship Type="http://schemas.openxmlformats.org/officeDocument/2006/relationships/notesSlide" Target="/ppt/notesSlides/notesSlide4.xml" Id="R9e218595e4674d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2c615c4459542a4" /><Relationship Type="http://schemas.openxmlformats.org/officeDocument/2006/relationships/notesSlide" Target="/ppt/notesSlides/notesSlide5.xml" Id="Rc188f4b510ae46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fe98d73c4a940a8" /><Relationship Type="http://schemas.openxmlformats.org/officeDocument/2006/relationships/notesSlide" Target="/ppt/notesSlides/notesSlide6.xml" Id="Ra1c7ebd1c65f4cba"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88690d0b4046480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B8CEB5B-BD5C-4DA6-BF2F-889A74E39B25}"/>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Student Support &amp; Attendance</a:t>
            </a:r>
          </a:p>
        </p:txBody>
      </p:sp>
      <p:sp>
        <p:nvSpPr>
          <p:cNvPr id="3" name="">
            <a:extLst xmlns:a="http://schemas.openxmlformats.org/drawingml/2006/main">
              <a:ext uri="{FF2B5EF4-FFF2-40B4-BE49-F238E27FC236}">
                <a16:creationId xmlns:a16="http://schemas.microsoft.com/office/drawing/2014/main" id="{99DD6249-61B7-4625-AEF5-E16C78165158}"/>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School Social Work</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66149F3C-F9B1-4F6B-BE68-716188146CB0}"/>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921970353"/>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605BF18-C58B-45EF-AFAA-976A53198885}"/>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163455E9-8318-4CB0-8586-08255C200A36}"/>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Identify attendance barriers and coordinate supportive, non-punitive interventions.</a:t>
            </a:r>
          </a:p>
        </p:txBody>
      </p:sp>
      <p:sp>
        <p:nvSpPr>
          <p:cNvPr id="3" name="">
            <a:extLst xmlns:a="http://schemas.openxmlformats.org/drawingml/2006/main">
              <a:ext uri="{FF2B5EF4-FFF2-40B4-BE49-F238E27FC236}">
                <a16:creationId xmlns:a16="http://schemas.microsoft.com/office/drawing/2014/main" id="{BD38FF8B-A3BF-4900-909F-412AE27DDE1C}"/>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9DC96217-0004-42D3-BF3B-9D779381B24D}"/>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499F9630-B91E-4D14-A842-A1E83C2FDAC5}"/>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0A85CDD9-C7B8-42C9-8820-C437145B5349}"/>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20736087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9DC721-6361-4E2D-97E6-E4BEA501312A}"/>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EF16EECD-7276-4D51-A66C-988BB10B6E79}"/>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Understanding absenteeism</a:t>
            </a:r>
          </a:p>
        </p:txBody>
      </p:sp>
      <p:sp>
        <p:nvSpPr>
          <p:cNvPr id="3" name="">
            <a:extLst xmlns:a="http://schemas.openxmlformats.org/drawingml/2006/main">
              <a:ext uri="{FF2B5EF4-FFF2-40B4-BE49-F238E27FC236}">
                <a16:creationId xmlns:a16="http://schemas.microsoft.com/office/drawing/2014/main" id="{B9F8DC73-F759-46EB-97E2-055A82391E36}"/>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attendance patterns, barriers, equity, safeguarding, and early warning data</a:t>
            </a:r>
          </a:p>
        </p:txBody>
      </p:sp>
      <p:sp>
        <p:nvSpPr>
          <p:cNvPr id="4" name="">
            <a:extLst xmlns:a="http://schemas.openxmlformats.org/drawingml/2006/main">
              <a:ext uri="{FF2B5EF4-FFF2-40B4-BE49-F238E27FC236}">
                <a16:creationId xmlns:a16="http://schemas.microsoft.com/office/drawing/2014/main" id="{F2B18D4E-7F91-4A77-9347-B09603131AE7}"/>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attendance patterns, barriers, equity, safeguarding, and early warning data.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DC0D7FB6-22BA-4955-9F39-E7815980A709}"/>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6D5E0C1B-C3D1-4678-B637-C7420BFE2D88}"/>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4EA5584C-CBB2-42F1-9A1A-5C1719C57364}"/>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19799973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CA37CD-8E2C-42FE-9A3E-38C60162AE67}"/>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135D2E90-E132-4F8E-83D5-29F7FE7AD77A}"/>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Student and family engagement</a:t>
            </a:r>
          </a:p>
        </p:txBody>
      </p:sp>
      <p:sp>
        <p:nvSpPr>
          <p:cNvPr id="3" name="">
            <a:extLst xmlns:a="http://schemas.openxmlformats.org/drawingml/2006/main">
              <a:ext uri="{FF2B5EF4-FFF2-40B4-BE49-F238E27FC236}">
                <a16:creationId xmlns:a16="http://schemas.microsoft.com/office/drawing/2014/main" id="{2BDA4483-C383-42AC-9559-3D6C84278573}"/>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assessment, strengths, home-school partnership, and culturally responsive communication</a:t>
            </a:r>
          </a:p>
        </p:txBody>
      </p:sp>
      <p:sp>
        <p:nvSpPr>
          <p:cNvPr id="4" name="">
            <a:extLst xmlns:a="http://schemas.openxmlformats.org/drawingml/2006/main">
              <a:ext uri="{FF2B5EF4-FFF2-40B4-BE49-F238E27FC236}">
                <a16:creationId xmlns:a16="http://schemas.microsoft.com/office/drawing/2014/main" id="{35179145-71AA-43F6-B679-05B91653FF8B}"/>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assessment, strengths, home-school partnership, and culturally responsive communication.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85BDD8AC-C6B3-4587-A59E-8BF089894E83}"/>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458BC451-C81A-42B2-A80A-B50236A261B1}"/>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BFAFC651-3012-4E60-8E1E-F9A8D6A0B6CC}"/>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14431727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DAF64E7-6C5E-410D-B8FB-B4694E4F7298}"/>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F7A401ED-A53E-4997-B878-2CF612238BF3}"/>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Intervention and monitoring</a:t>
            </a:r>
          </a:p>
        </p:txBody>
      </p:sp>
      <p:sp>
        <p:nvSpPr>
          <p:cNvPr id="3" name="">
            <a:extLst xmlns:a="http://schemas.openxmlformats.org/drawingml/2006/main">
              <a:ext uri="{FF2B5EF4-FFF2-40B4-BE49-F238E27FC236}">
                <a16:creationId xmlns:a16="http://schemas.microsoft.com/office/drawing/2014/main" id="{5DBB44EF-5C93-435B-B957-9E130421D6CD}"/>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individual plans, referrals, attendance review, and escalation pathways</a:t>
            </a:r>
          </a:p>
        </p:txBody>
      </p:sp>
      <p:sp>
        <p:nvSpPr>
          <p:cNvPr id="4" name="">
            <a:extLst xmlns:a="http://schemas.openxmlformats.org/drawingml/2006/main">
              <a:ext uri="{FF2B5EF4-FFF2-40B4-BE49-F238E27FC236}">
                <a16:creationId xmlns:a16="http://schemas.microsoft.com/office/drawing/2014/main" id="{CE5B0365-3283-412A-BF0C-D904784BB2B3}"/>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individual plans, referrals, attendance review, and escalation pathways.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1E76528B-6F53-4B8E-9423-16F2AF9375CE}"/>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BACB2C7A-4D06-474D-ADFF-985F7CD7144B}"/>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FFF5DC37-D2D5-47D8-B43E-A539EA174CCF}"/>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1984560555"/>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56066C-7EA9-48F9-A818-759B61FB26DB}"/>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7B4C4E78-20D9-42FD-9B71-39C0AE4AD602}"/>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6CE23021-9208-41D5-ABCF-BFF0434CBE18}"/>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0612D8C4-76C0-41D4-B19E-96D0FB32DCD1}"/>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barriers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early intervention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safeguarding</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monitoring</a:t>
            </a:r>
          </a:p>
        </p:txBody>
      </p:sp>
      <p:sp>
        <p:nvSpPr>
          <p:cNvPr id="5" name="">
            <a:extLst xmlns:a="http://schemas.openxmlformats.org/drawingml/2006/main">
              <a:ext uri="{FF2B5EF4-FFF2-40B4-BE49-F238E27FC236}">
                <a16:creationId xmlns:a16="http://schemas.microsoft.com/office/drawing/2014/main" id="{A798B9CC-FBF0-498A-9212-D7F3353FA8A0}"/>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1270E997-B694-406A-B975-90EE714F702A}"/>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5F102418-A478-45BB-B6CF-2190E4C0985D}"/>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8896984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2026-10-03T16:22:19.3140000Z</dcterms:created>
  <dcterms:modified xsi:type="dcterms:W3CDTF">2026-10-03T16:22:19.3140000Z</dcterms:modified>
</coreProperties>
</file>