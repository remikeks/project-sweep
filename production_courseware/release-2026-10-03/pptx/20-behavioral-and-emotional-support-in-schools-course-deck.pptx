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5386d27a854955" /><Relationship Type="http://schemas.openxmlformats.org/officeDocument/2006/relationships/extended-properties" Target="/docProps/app.xml" Id="Rd99b68e0b5574cf1" /><Relationship Type="http://schemas.openxmlformats.org/officeDocument/2006/relationships/officeDocument" Target="/ppt/presentation.xml" Id="R5b0c65463d78405f" /></Relationships>
</file>

<file path=ppt/presentation.xml><?xml version="1.0" encoding="utf-8"?>
<p:presentation xmlns:p="http://schemas.openxmlformats.org/presentationml/2006/main">
  <p:sldMasterIdLst>
    <p:sldMasterId xmlns:r="http://schemas.openxmlformats.org/officeDocument/2006/relationships" id="2147483648" r:id="R8f27ca64306a44b0"/>
  </p:sldMasterIdLst>
  <p:notesMasterIdLst>
    <p:notesMasterId xmlns:r="http://schemas.openxmlformats.org/officeDocument/2006/relationships" r:id="R0efa4648a0a24a5d"/>
  </p:notesMasterIdLst>
  <p:sldIdLst>
    <p:sldId xmlns:r="http://schemas.openxmlformats.org/officeDocument/2006/relationships" id="256" r:id="Rb201478921e54db2"/>
    <p:sldId xmlns:r="http://schemas.openxmlformats.org/officeDocument/2006/relationships" id="257" r:id="Rafad2ab4a7c64f29"/>
    <p:sldId xmlns:r="http://schemas.openxmlformats.org/officeDocument/2006/relationships" id="258" r:id="Ra6b9e3cd0c704fff"/>
    <p:sldId xmlns:r="http://schemas.openxmlformats.org/officeDocument/2006/relationships" id="259" r:id="R39d5ea15db1f4de6"/>
    <p:sldId xmlns:r="http://schemas.openxmlformats.org/officeDocument/2006/relationships" id="260" r:id="R3dbb25da80ef4110"/>
    <p:sldId xmlns:r="http://schemas.openxmlformats.org/officeDocument/2006/relationships" id="261" r:id="R61fc8a47f700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dadefc24d54424" /><Relationship Type="http://schemas.openxmlformats.org/officeDocument/2006/relationships/slideMaster" Target="/ppt/slideMasters/slideMaster1.xml" Id="R8f27ca64306a44b0" /><Relationship Type="http://schemas.openxmlformats.org/officeDocument/2006/relationships/notesMaster" Target="/ppt/notesMasters/notesMaster1.xml" Id="R0efa4648a0a24a5d" /><Relationship Type="http://schemas.openxmlformats.org/officeDocument/2006/relationships/presProps" Target="/ppt/presProps.xml" Id="R999e284dc3e64c7c" /><Relationship Type="http://schemas.openxmlformats.org/officeDocument/2006/relationships/tableStyles" Target="/ppt/tableStyles.xml" Id="R6ca8de7edd424bbe" /><Relationship Type="http://schemas.openxmlformats.org/officeDocument/2006/relationships/slide" Target="/ppt/slides/slide1.xml" Id="Rb201478921e54db2" /><Relationship Type="http://schemas.openxmlformats.org/officeDocument/2006/relationships/slide" Target="/ppt/slides/slide2.xml" Id="Rafad2ab4a7c64f29" /><Relationship Type="http://schemas.openxmlformats.org/officeDocument/2006/relationships/slide" Target="/ppt/slides/slide3.xml" Id="Ra6b9e3cd0c704fff" /><Relationship Type="http://schemas.openxmlformats.org/officeDocument/2006/relationships/slide" Target="/ppt/slides/slide4.xml" Id="R39d5ea15db1f4de6" /><Relationship Type="http://schemas.openxmlformats.org/officeDocument/2006/relationships/slide" Target="/ppt/slides/slide5.xml" Id="R3dbb25da80ef4110" /><Relationship Type="http://schemas.openxmlformats.org/officeDocument/2006/relationships/slide" Target="/ppt/slides/slide6.xml" Id="R61fc8a47f700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3a5b3b107148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fe56f4f2434988" /><Relationship Type="http://schemas.openxmlformats.org/officeDocument/2006/relationships/notesMaster" Target="/ppt/notesMasters/notesMaster1.xml" Id="Rf0dbc88313d740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3b771dfda54545" /><Relationship Type="http://schemas.openxmlformats.org/officeDocument/2006/relationships/notesMaster" Target="/ppt/notesMasters/notesMaster1.xml" Id="Ra8db447f0da540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fd9f44a3a64305" /><Relationship Type="http://schemas.openxmlformats.org/officeDocument/2006/relationships/notesMaster" Target="/ppt/notesMasters/notesMaster1.xml" Id="Rcf83c59c6fa345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8f709686674898" /><Relationship Type="http://schemas.openxmlformats.org/officeDocument/2006/relationships/notesMaster" Target="/ppt/notesMasters/notesMaster1.xml" Id="R0793ed8474a846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3d9d8357dc493c" /><Relationship Type="http://schemas.openxmlformats.org/officeDocument/2006/relationships/notesMaster" Target="/ppt/notesMasters/notesMaster1.xml" Id="Rded1fdb6ac9647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d82a8c19fa4d59" /><Relationship Type="http://schemas.openxmlformats.org/officeDocument/2006/relationships/notesMaster" Target="/ppt/notesMasters/notesMaster1.xml" Id="R9dfcc8da9b9f45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8ec3554c014e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e8aac3c0e7442e" /><Relationship Type="http://schemas.openxmlformats.org/officeDocument/2006/relationships/slideLayout" Target="/ppt/slideLayouts/slideLayout1.xml" Id="Rc9af8f53cb4a4a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af8f53cb4a4a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cef7a674fe403c" /><Relationship Type="http://schemas.openxmlformats.org/officeDocument/2006/relationships/image" Target="/ppt/media/image.png" Id="R7269de5af5774c60" /><Relationship Type="http://schemas.openxmlformats.org/officeDocument/2006/relationships/notesSlide" Target="/ppt/notesSlides/notesSlide1.xml" Id="Redd60a9ef62944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093e96668e4078" /><Relationship Type="http://schemas.openxmlformats.org/officeDocument/2006/relationships/notesSlide" Target="/ppt/notesSlides/notesSlide2.xml" Id="Rcea69e19eff2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73a256d1664a3d" /><Relationship Type="http://schemas.openxmlformats.org/officeDocument/2006/relationships/notesSlide" Target="/ppt/notesSlides/notesSlide3.xml" Id="Rbb738b11440a4a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9cf9f5b1594d83" /><Relationship Type="http://schemas.openxmlformats.org/officeDocument/2006/relationships/notesSlide" Target="/ppt/notesSlides/notesSlide4.xml" Id="R9342d8581a0545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6ffb1664c04825" /><Relationship Type="http://schemas.openxmlformats.org/officeDocument/2006/relationships/notesSlide" Target="/ppt/notesSlides/notesSlide5.xml" Id="R6999f2519ff448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c5adcb7d4847bc" /><Relationship Type="http://schemas.openxmlformats.org/officeDocument/2006/relationships/notesSlide" Target="/ppt/notesSlides/notesSlide6.xml" Id="R28fe22d5c89444e1"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269de5af5774c6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619A76-DA04-4EE3-8B52-E52253427AB6}"/>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Behavioral &amp; Emotional Support in Schools</a:t>
            </a:r>
          </a:p>
        </p:txBody>
      </p:sp>
      <p:sp>
        <p:nvSpPr>
          <p:cNvPr id="3" name="">
            <a:extLst xmlns:a="http://schemas.openxmlformats.org/drawingml/2006/main">
              <a:ext uri="{FF2B5EF4-FFF2-40B4-BE49-F238E27FC236}">
                <a16:creationId xmlns:a16="http://schemas.microsoft.com/office/drawing/2014/main" id="{DF261C1A-41FF-4952-86C6-4FC1AE29346C}"/>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School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E750858F-F8F1-49EE-9C3C-79401D70E474}"/>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203173375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61B7C3-BBAD-4019-BEE6-395658A9D3E8}"/>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702848DB-0E45-47AF-83EA-9DF606E259C1}"/>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Apply trauma-informed, positive, and inclusive support for students’ behavioural and emotional needs.</a:t>
            </a:r>
          </a:p>
        </p:txBody>
      </p:sp>
      <p:sp>
        <p:nvSpPr>
          <p:cNvPr id="3" name="">
            <a:extLst xmlns:a="http://schemas.openxmlformats.org/drawingml/2006/main">
              <a:ext uri="{FF2B5EF4-FFF2-40B4-BE49-F238E27FC236}">
                <a16:creationId xmlns:a16="http://schemas.microsoft.com/office/drawing/2014/main" id="{4A009EB8-CDBE-48E0-AAC0-1A073E73B189}"/>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AA8D3F3-D5FB-45F7-9930-A6802D1AD50F}"/>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31481420-707D-490F-A0E3-FB6D47B43C6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3C8EECD4-1F4B-4794-B5AE-D62CC4A8CD2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3229164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955162-B314-4E14-B509-89AE3DBFD6B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6F747DA4-3912-4ED2-BEC4-140E2565424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Behaviour as communication</a:t>
            </a:r>
          </a:p>
        </p:txBody>
      </p:sp>
      <p:sp>
        <p:nvSpPr>
          <p:cNvPr id="3" name="">
            <a:extLst xmlns:a="http://schemas.openxmlformats.org/drawingml/2006/main">
              <a:ext uri="{FF2B5EF4-FFF2-40B4-BE49-F238E27FC236}">
                <a16:creationId xmlns:a16="http://schemas.microsoft.com/office/drawing/2014/main" id="{EF2A45A7-A6CD-442B-BBC3-3055DEF255B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development, trauma, neurodiversity, culture, and avoiding punitive assumptions</a:t>
            </a:r>
          </a:p>
        </p:txBody>
      </p:sp>
      <p:sp>
        <p:nvSpPr>
          <p:cNvPr id="4" name="">
            <a:extLst xmlns:a="http://schemas.openxmlformats.org/drawingml/2006/main">
              <a:ext uri="{FF2B5EF4-FFF2-40B4-BE49-F238E27FC236}">
                <a16:creationId xmlns:a16="http://schemas.microsoft.com/office/drawing/2014/main" id="{43FE1B4E-F49E-4BED-97F8-38820BF8174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development, trauma, neurodiversity, culture, and avoiding punitive assumptions.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38F0D5C3-CFD6-4E1F-8AB0-1C609C37AF8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8ACAB151-6D0B-4829-8912-DBE04A4AACA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6F24AFE-E1A6-4CB8-BE50-33AF4DE2107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9466673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E96D14-489C-4CE3-99F4-2E11D1894B8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5D24E745-09EB-4B41-9AAE-2A533724B7C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Tiered supports</a:t>
            </a:r>
          </a:p>
        </p:txBody>
      </p:sp>
      <p:sp>
        <p:nvSpPr>
          <p:cNvPr id="3" name="">
            <a:extLst xmlns:a="http://schemas.openxmlformats.org/drawingml/2006/main">
              <a:ext uri="{FF2B5EF4-FFF2-40B4-BE49-F238E27FC236}">
                <a16:creationId xmlns:a16="http://schemas.microsoft.com/office/drawing/2014/main" id="{01D94A0E-9974-4EAD-AAF3-FEE897F06488}"/>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classroom strategies, individual plans, crisis response, and referrals</a:t>
            </a:r>
          </a:p>
        </p:txBody>
      </p:sp>
      <p:sp>
        <p:nvSpPr>
          <p:cNvPr id="4" name="">
            <a:extLst xmlns:a="http://schemas.openxmlformats.org/drawingml/2006/main">
              <a:ext uri="{FF2B5EF4-FFF2-40B4-BE49-F238E27FC236}">
                <a16:creationId xmlns:a16="http://schemas.microsoft.com/office/drawing/2014/main" id="{F0A9330C-BB80-4A3D-B015-C00AB2DEE69F}"/>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classroom strategies, individual plans, crisis response, and referrals.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0F627CB-7ED9-4D33-8E98-CBB9372B7D2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941FAC9-7439-4E03-AA8A-FE2ECCF1A4D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EFADEE0-9259-4E41-A5BB-CFCC0CB2326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0997181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30646A-129F-4AEB-8782-9A12926C0BF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9503085-E292-4BC2-AE9C-81F18F2C190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Collaboration and review</a:t>
            </a:r>
          </a:p>
        </p:txBody>
      </p:sp>
      <p:sp>
        <p:nvSpPr>
          <p:cNvPr id="3" name="">
            <a:extLst xmlns:a="http://schemas.openxmlformats.org/drawingml/2006/main">
              <a:ext uri="{FF2B5EF4-FFF2-40B4-BE49-F238E27FC236}">
                <a16:creationId xmlns:a16="http://schemas.microsoft.com/office/drawing/2014/main" id="{B5A8C811-AC73-4556-9D9D-E5861179AEC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student voice, caregiver partnership, teacher consultation, documentation, and outcome monitoring</a:t>
            </a:r>
          </a:p>
        </p:txBody>
      </p:sp>
      <p:sp>
        <p:nvSpPr>
          <p:cNvPr id="4" name="">
            <a:extLst xmlns:a="http://schemas.openxmlformats.org/drawingml/2006/main">
              <a:ext uri="{FF2B5EF4-FFF2-40B4-BE49-F238E27FC236}">
                <a16:creationId xmlns:a16="http://schemas.microsoft.com/office/drawing/2014/main" id="{BB4DE8D3-999E-4A39-A47E-DA9CB66DB48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student voice, caregiver partnership, teacher consultation, documentation, and outcome monitoring.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E5E1823-3A46-4779-A785-655707C53A0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7087BEC8-BC78-44A8-B084-48D7E09F79A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0C77FC3-5134-438C-B681-8D5BCE61F6B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832074416"/>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77B922-6051-40EC-9848-DCF8415B56CC}"/>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8FE1BF08-D5EB-4AF4-9EDD-96034273380E}"/>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FFCC0882-73BC-455C-8091-0F7A532D6962}"/>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7227ACE2-18D9-4684-BBC5-AD91913C1FA3}"/>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trauma-informed practice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tiers of support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inclusive response</a:t>
            </a:r>
          </a:p>
        </p:txBody>
      </p:sp>
      <p:sp>
        <p:nvSpPr>
          <p:cNvPr id="5" name="">
            <a:extLst xmlns:a="http://schemas.openxmlformats.org/drawingml/2006/main">
              <a:ext uri="{FF2B5EF4-FFF2-40B4-BE49-F238E27FC236}">
                <a16:creationId xmlns:a16="http://schemas.microsoft.com/office/drawing/2014/main" id="{45F31243-8953-4EED-8361-F6EF1C0EDD56}"/>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EED91DB4-C636-42B4-B4EF-FD2119E20F0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E897E08-0D41-4062-9843-2BA6B5D50B4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315172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2026-10-03T16:22:28.5960000Z</dcterms:created>
  <dcterms:modified xsi:type="dcterms:W3CDTF">2026-10-03T16:22:28.5960000Z</dcterms:modified>
</coreProperties>
</file>