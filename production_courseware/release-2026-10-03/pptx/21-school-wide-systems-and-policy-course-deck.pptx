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a464fcf47e462f" /><Relationship Type="http://schemas.openxmlformats.org/officeDocument/2006/relationships/extended-properties" Target="/docProps/app.xml" Id="Rb04ebfbcd67949b0" /><Relationship Type="http://schemas.openxmlformats.org/officeDocument/2006/relationships/officeDocument" Target="/ppt/presentation.xml" Id="R4fa251a484a44b02" /></Relationships>
</file>

<file path=ppt/presentation.xml><?xml version="1.0" encoding="utf-8"?>
<p:presentation xmlns:p="http://schemas.openxmlformats.org/presentationml/2006/main">
  <p:sldMasterIdLst>
    <p:sldMasterId xmlns:r="http://schemas.openxmlformats.org/officeDocument/2006/relationships" id="2147483648" r:id="R08537f40f0434c9b"/>
  </p:sldMasterIdLst>
  <p:notesMasterIdLst>
    <p:notesMasterId xmlns:r="http://schemas.openxmlformats.org/officeDocument/2006/relationships" r:id="Rec67a6779dac4f99"/>
  </p:notesMasterIdLst>
  <p:sldIdLst>
    <p:sldId xmlns:r="http://schemas.openxmlformats.org/officeDocument/2006/relationships" id="256" r:id="R95f86723bfc9459d"/>
    <p:sldId xmlns:r="http://schemas.openxmlformats.org/officeDocument/2006/relationships" id="257" r:id="R293c5ad4811c44cc"/>
    <p:sldId xmlns:r="http://schemas.openxmlformats.org/officeDocument/2006/relationships" id="258" r:id="R83bda82056014b10"/>
    <p:sldId xmlns:r="http://schemas.openxmlformats.org/officeDocument/2006/relationships" id="259" r:id="R576261dd42a14bb9"/>
    <p:sldId xmlns:r="http://schemas.openxmlformats.org/officeDocument/2006/relationships" id="260" r:id="Rbf5e1be222544481"/>
    <p:sldId xmlns:r="http://schemas.openxmlformats.org/officeDocument/2006/relationships" id="261" r:id="R34a8d6188fc449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525e3fad4e4b81" /><Relationship Type="http://schemas.openxmlformats.org/officeDocument/2006/relationships/slideMaster" Target="/ppt/slideMasters/slideMaster1.xml" Id="R08537f40f0434c9b" /><Relationship Type="http://schemas.openxmlformats.org/officeDocument/2006/relationships/notesMaster" Target="/ppt/notesMasters/notesMaster1.xml" Id="Rec67a6779dac4f99" /><Relationship Type="http://schemas.openxmlformats.org/officeDocument/2006/relationships/presProps" Target="/ppt/presProps.xml" Id="R260b4d297b2246c6" /><Relationship Type="http://schemas.openxmlformats.org/officeDocument/2006/relationships/tableStyles" Target="/ppt/tableStyles.xml" Id="R9616fa2bf19e41d6" /><Relationship Type="http://schemas.openxmlformats.org/officeDocument/2006/relationships/slide" Target="/ppt/slides/slide1.xml" Id="R95f86723bfc9459d" /><Relationship Type="http://schemas.openxmlformats.org/officeDocument/2006/relationships/slide" Target="/ppt/slides/slide2.xml" Id="R293c5ad4811c44cc" /><Relationship Type="http://schemas.openxmlformats.org/officeDocument/2006/relationships/slide" Target="/ppt/slides/slide3.xml" Id="R83bda82056014b10" /><Relationship Type="http://schemas.openxmlformats.org/officeDocument/2006/relationships/slide" Target="/ppt/slides/slide4.xml" Id="R576261dd42a14bb9" /><Relationship Type="http://schemas.openxmlformats.org/officeDocument/2006/relationships/slide" Target="/ppt/slides/slide5.xml" Id="Rbf5e1be222544481" /><Relationship Type="http://schemas.openxmlformats.org/officeDocument/2006/relationships/slide" Target="/ppt/slides/slide6.xml" Id="R34a8d6188fc449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81323a01f14c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6e3f80384d4352" /><Relationship Type="http://schemas.openxmlformats.org/officeDocument/2006/relationships/notesMaster" Target="/ppt/notesMasters/notesMaster1.xml" Id="R57b68ee15ca549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35864981004f69" /><Relationship Type="http://schemas.openxmlformats.org/officeDocument/2006/relationships/notesMaster" Target="/ppt/notesMasters/notesMaster1.xml" Id="R91af698ec22f45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369444b6be4635" /><Relationship Type="http://schemas.openxmlformats.org/officeDocument/2006/relationships/notesMaster" Target="/ppt/notesMasters/notesMaster1.xml" Id="Rdcb7b4020a8c4e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a28d5a4f984f23" /><Relationship Type="http://schemas.openxmlformats.org/officeDocument/2006/relationships/notesMaster" Target="/ppt/notesMasters/notesMaster1.xml" Id="Rb05e70627d6645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5b984007944cc4" /><Relationship Type="http://schemas.openxmlformats.org/officeDocument/2006/relationships/notesMaster" Target="/ppt/notesMasters/notesMaster1.xml" Id="Rb08974019d5346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71249ed2284506" /><Relationship Type="http://schemas.openxmlformats.org/officeDocument/2006/relationships/notesMaster" Target="/ppt/notesMasters/notesMaster1.xml" Id="R8802541d208a4f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fd4a362bb2044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bd31c486134262" /><Relationship Type="http://schemas.openxmlformats.org/officeDocument/2006/relationships/slideLayout" Target="/ppt/slideLayouts/slideLayout1.xml" Id="Rb51c153a3f1048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1c153a3f1048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c1c01b80334b15" /><Relationship Type="http://schemas.openxmlformats.org/officeDocument/2006/relationships/image" Target="/ppt/media/image.png" Id="Re4438b3517e84136" /><Relationship Type="http://schemas.openxmlformats.org/officeDocument/2006/relationships/notesSlide" Target="/ppt/notesSlides/notesSlide1.xml" Id="Rfb6bef088f5846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60e67817e14763" /><Relationship Type="http://schemas.openxmlformats.org/officeDocument/2006/relationships/notesSlide" Target="/ppt/notesSlides/notesSlide2.xml" Id="Rdd3fe8cad4f044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2b427348124a97" /><Relationship Type="http://schemas.openxmlformats.org/officeDocument/2006/relationships/notesSlide" Target="/ppt/notesSlides/notesSlide3.xml" Id="R48db77df987c40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4fd3f6ad584fa2" /><Relationship Type="http://schemas.openxmlformats.org/officeDocument/2006/relationships/notesSlide" Target="/ppt/notesSlides/notesSlide4.xml" Id="Reaa2cbd8af634a4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6e982b85514ebc" /><Relationship Type="http://schemas.openxmlformats.org/officeDocument/2006/relationships/notesSlide" Target="/ppt/notesSlides/notesSlide5.xml" Id="R9c8c435f6ed348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e78037a192402d" /><Relationship Type="http://schemas.openxmlformats.org/officeDocument/2006/relationships/notesSlide" Target="/ppt/notesSlides/notesSlide6.xml" Id="R5980b019a661449d"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e4438b3517e8413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1C0A336-5528-4B00-9CAC-ABAA817B8CE5}"/>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School-Wide Systems &amp; Policy</a:t>
            </a:r>
          </a:p>
        </p:txBody>
      </p:sp>
      <p:sp>
        <p:nvSpPr>
          <p:cNvPr id="3" name="">
            <a:extLst xmlns:a="http://schemas.openxmlformats.org/drawingml/2006/main">
              <a:ext uri="{FF2B5EF4-FFF2-40B4-BE49-F238E27FC236}">
                <a16:creationId xmlns:a16="http://schemas.microsoft.com/office/drawing/2014/main" id="{5674EC62-A57A-437C-8D43-CABE7DA332A3}"/>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School Social Work</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1140A5C7-592F-43BF-A194-5530FF069E7A}"/>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459316202"/>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CDFC26-CE4D-4013-B1CD-3E1A963F2A79}"/>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4F0DBD02-4E12-4C2A-858B-3A817CF94D9D}"/>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Influence school climate, procedures, and policy using social-work and equity principles.</a:t>
            </a:r>
          </a:p>
        </p:txBody>
      </p:sp>
      <p:sp>
        <p:nvSpPr>
          <p:cNvPr id="3" name="">
            <a:extLst xmlns:a="http://schemas.openxmlformats.org/drawingml/2006/main">
              <a:ext uri="{FF2B5EF4-FFF2-40B4-BE49-F238E27FC236}">
                <a16:creationId xmlns:a16="http://schemas.microsoft.com/office/drawing/2014/main" id="{C31B09A2-0D49-4041-BCD0-C4BE117E3080}"/>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D15D6AF3-6889-4F9A-938C-2FEC77843490}"/>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D36E3869-11FD-4A60-845C-97B2037504A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B2100499-569A-4C8C-BB51-4D3777EB06CF}"/>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8671756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3D78A6-2B54-4C74-A50E-87733AD0769E}"/>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38F809F1-D16F-4878-B710-639F54033C6B}"/>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School systems and climate</a:t>
            </a:r>
          </a:p>
        </p:txBody>
      </p:sp>
      <p:sp>
        <p:nvSpPr>
          <p:cNvPr id="3" name="">
            <a:extLst xmlns:a="http://schemas.openxmlformats.org/drawingml/2006/main">
              <a:ext uri="{FF2B5EF4-FFF2-40B4-BE49-F238E27FC236}">
                <a16:creationId xmlns:a16="http://schemas.microsoft.com/office/drawing/2014/main" id="{B7FB7C55-0F6B-4200-97E6-4CD5DFCF38BE}"/>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discipline, inclusion, wellbeing, safeguarding, and data-informed problem identification</a:t>
            </a:r>
          </a:p>
        </p:txBody>
      </p:sp>
      <p:sp>
        <p:nvSpPr>
          <p:cNvPr id="4" name="">
            <a:extLst xmlns:a="http://schemas.openxmlformats.org/drawingml/2006/main">
              <a:ext uri="{FF2B5EF4-FFF2-40B4-BE49-F238E27FC236}">
                <a16:creationId xmlns:a16="http://schemas.microsoft.com/office/drawing/2014/main" id="{783B3963-2EE7-4EF7-8675-D1193B50202E}"/>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discipline, inclusion, wellbeing, safeguarding, and data-informed problem identification.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BCAC22B1-370C-465D-B208-23E650409859}"/>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1A6E1CB-1490-4B51-B12B-338DB2256E1F}"/>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3EA631D4-15BD-4C95-B690-EE35925DAA6D}"/>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3365486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4C62F1-107F-493F-A839-AB912AB83604}"/>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3856E03C-286A-4766-B8FC-0824173BBAE6}"/>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Policy analysis and improvement</a:t>
            </a:r>
          </a:p>
        </p:txBody>
      </p:sp>
      <p:sp>
        <p:nvSpPr>
          <p:cNvPr id="3" name="">
            <a:extLst xmlns:a="http://schemas.openxmlformats.org/drawingml/2006/main">
              <a:ext uri="{FF2B5EF4-FFF2-40B4-BE49-F238E27FC236}">
                <a16:creationId xmlns:a16="http://schemas.microsoft.com/office/drawing/2014/main" id="{A74110C6-CEDD-4250-9B2D-B8B2D5CD58BD}"/>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stakeholders, equity impact, implementation planning, and communication</a:t>
            </a:r>
          </a:p>
        </p:txBody>
      </p:sp>
      <p:sp>
        <p:nvSpPr>
          <p:cNvPr id="4" name="">
            <a:extLst xmlns:a="http://schemas.openxmlformats.org/drawingml/2006/main">
              <a:ext uri="{FF2B5EF4-FFF2-40B4-BE49-F238E27FC236}">
                <a16:creationId xmlns:a16="http://schemas.microsoft.com/office/drawing/2014/main" id="{5BDE3D66-ADC6-4935-A1C3-BAA9256A25B2}"/>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stakeholders, equity impact, implementation planning, and communication.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8BCD225B-1A85-421E-BF9B-AA9911193ECD}"/>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F824B4D8-8D61-4C61-AA08-94D191DA8C0A}"/>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B7FCF55A-6B3E-4ED6-90B4-0B552E7D2E8D}"/>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6333165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CD2709-5AB2-47E1-AFBD-449F8E3DC197}"/>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E4ED558F-13ED-4191-B111-26A1563E7F9C}"/>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Whole-school change</a:t>
            </a:r>
          </a:p>
        </p:txBody>
      </p:sp>
      <p:sp>
        <p:nvSpPr>
          <p:cNvPr id="3" name="">
            <a:extLst xmlns:a="http://schemas.openxmlformats.org/drawingml/2006/main">
              <a:ext uri="{FF2B5EF4-FFF2-40B4-BE49-F238E27FC236}">
                <a16:creationId xmlns:a16="http://schemas.microsoft.com/office/drawing/2014/main" id="{6CA5DB91-D796-4776-AF27-54930122258C}"/>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restorative practices, multi-tiered systems, evaluation, and sustaining change</a:t>
            </a:r>
          </a:p>
        </p:txBody>
      </p:sp>
      <p:sp>
        <p:nvSpPr>
          <p:cNvPr id="4" name="">
            <a:extLst xmlns:a="http://schemas.openxmlformats.org/drawingml/2006/main">
              <a:ext uri="{FF2B5EF4-FFF2-40B4-BE49-F238E27FC236}">
                <a16:creationId xmlns:a16="http://schemas.microsoft.com/office/drawing/2014/main" id="{91C8FB95-C79C-436B-8618-64341E9D689C}"/>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restorative practices, multi-tiered systems, evaluation, and sustaining change.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7431BC96-0197-4B4A-92BD-2E3983044645}"/>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2AA54FF9-0040-498D-B964-A62DEA0A9D79}"/>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8D728364-098C-4754-8FFA-9CB0159415DC}"/>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179164790"/>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7EF4178-D6BF-47F3-BCD9-729F03AA763D}"/>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B14EC8DA-A048-4E60-ADC7-D92065DBDA81}"/>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E72927F7-3786-4347-B6B9-70307B40CCB6}"/>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5141E409-3966-4BD8-9298-D6B2C2415ADD}"/>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systems thinking</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equity impacts</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implementation</a:t>
            </a:r>
          </a:p>
        </p:txBody>
      </p:sp>
      <p:sp>
        <p:nvSpPr>
          <p:cNvPr id="5" name="">
            <a:extLst xmlns:a="http://schemas.openxmlformats.org/drawingml/2006/main">
              <a:ext uri="{FF2B5EF4-FFF2-40B4-BE49-F238E27FC236}">
                <a16:creationId xmlns:a16="http://schemas.microsoft.com/office/drawing/2014/main" id="{3A85AFB6-2A0F-4084-8BDB-984DAC5EE0D9}"/>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6CBC3408-B01B-41D9-9236-1F900CE1F8A9}"/>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D29B0EA9-6A44-4D91-9B4D-430BF4BBB12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3526764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2026-10-03T16:22:37.6580000Z</dcterms:created>
  <dcterms:modified xsi:type="dcterms:W3CDTF">2026-10-03T16:22:37.6580000Z</dcterms:modified>
</coreProperties>
</file>