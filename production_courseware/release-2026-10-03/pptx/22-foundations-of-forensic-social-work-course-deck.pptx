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bdd4b73fc24d73" /><Relationship Type="http://schemas.openxmlformats.org/officeDocument/2006/relationships/extended-properties" Target="/docProps/app.xml" Id="R69d28d14d7774f2f" /><Relationship Type="http://schemas.openxmlformats.org/officeDocument/2006/relationships/officeDocument" Target="/ppt/presentation.xml" Id="R1afa8d9c66a14bb0" /></Relationships>
</file>

<file path=ppt/presentation.xml><?xml version="1.0" encoding="utf-8"?>
<p:presentation xmlns:p="http://schemas.openxmlformats.org/presentationml/2006/main">
  <p:sldMasterIdLst>
    <p:sldMasterId xmlns:r="http://schemas.openxmlformats.org/officeDocument/2006/relationships" id="2147483648" r:id="Rafa8e4ed5be74025"/>
  </p:sldMasterIdLst>
  <p:notesMasterIdLst>
    <p:notesMasterId xmlns:r="http://schemas.openxmlformats.org/officeDocument/2006/relationships" r:id="R141993c42ea044d8"/>
  </p:notesMasterIdLst>
  <p:sldIdLst>
    <p:sldId xmlns:r="http://schemas.openxmlformats.org/officeDocument/2006/relationships" id="256" r:id="Rfd1a2ef9208e4003"/>
    <p:sldId xmlns:r="http://schemas.openxmlformats.org/officeDocument/2006/relationships" id="257" r:id="Rf6fc16c4176e4aa2"/>
    <p:sldId xmlns:r="http://schemas.openxmlformats.org/officeDocument/2006/relationships" id="258" r:id="R739b242848fd44c4"/>
    <p:sldId xmlns:r="http://schemas.openxmlformats.org/officeDocument/2006/relationships" id="259" r:id="R07219333f3ae4d23"/>
    <p:sldId xmlns:r="http://schemas.openxmlformats.org/officeDocument/2006/relationships" id="260" r:id="Rb1c7a280349c4e85"/>
    <p:sldId xmlns:r="http://schemas.openxmlformats.org/officeDocument/2006/relationships" id="261" r:id="R1061836b62e446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b6a97372ce4c5b" /><Relationship Type="http://schemas.openxmlformats.org/officeDocument/2006/relationships/slideMaster" Target="/ppt/slideMasters/slideMaster1.xml" Id="Rafa8e4ed5be74025" /><Relationship Type="http://schemas.openxmlformats.org/officeDocument/2006/relationships/notesMaster" Target="/ppt/notesMasters/notesMaster1.xml" Id="R141993c42ea044d8" /><Relationship Type="http://schemas.openxmlformats.org/officeDocument/2006/relationships/presProps" Target="/ppt/presProps.xml" Id="R2067b6a51235419b" /><Relationship Type="http://schemas.openxmlformats.org/officeDocument/2006/relationships/tableStyles" Target="/ppt/tableStyles.xml" Id="Ra3675e83272541f6" /><Relationship Type="http://schemas.openxmlformats.org/officeDocument/2006/relationships/slide" Target="/ppt/slides/slide1.xml" Id="Rfd1a2ef9208e4003" /><Relationship Type="http://schemas.openxmlformats.org/officeDocument/2006/relationships/slide" Target="/ppt/slides/slide2.xml" Id="Rf6fc16c4176e4aa2" /><Relationship Type="http://schemas.openxmlformats.org/officeDocument/2006/relationships/slide" Target="/ppt/slides/slide3.xml" Id="R739b242848fd44c4" /><Relationship Type="http://schemas.openxmlformats.org/officeDocument/2006/relationships/slide" Target="/ppt/slides/slide4.xml" Id="R07219333f3ae4d23" /><Relationship Type="http://schemas.openxmlformats.org/officeDocument/2006/relationships/slide" Target="/ppt/slides/slide5.xml" Id="Rb1c7a280349c4e85" /><Relationship Type="http://schemas.openxmlformats.org/officeDocument/2006/relationships/slide" Target="/ppt/slides/slide6.xml" Id="R1061836b62e446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91672bc96042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aaa1ef6f3f4da6" /><Relationship Type="http://schemas.openxmlformats.org/officeDocument/2006/relationships/notesMaster" Target="/ppt/notesMasters/notesMaster1.xml" Id="R4f8c0d44b8bd4c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2609ab262c4402" /><Relationship Type="http://schemas.openxmlformats.org/officeDocument/2006/relationships/notesMaster" Target="/ppt/notesMasters/notesMaster1.xml" Id="R36d6ca5c99784e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b30726e05f46e2" /><Relationship Type="http://schemas.openxmlformats.org/officeDocument/2006/relationships/notesMaster" Target="/ppt/notesMasters/notesMaster1.xml" Id="Rfd649370e1e941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89f9d8f38047eb" /><Relationship Type="http://schemas.openxmlformats.org/officeDocument/2006/relationships/notesMaster" Target="/ppt/notesMasters/notesMaster1.xml" Id="Rec33b2c50f3947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6b8a60ca2e4402" /><Relationship Type="http://schemas.openxmlformats.org/officeDocument/2006/relationships/notesMaster" Target="/ppt/notesMasters/notesMaster1.xml" Id="R03e2458119db40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e5411a535f46b0" /><Relationship Type="http://schemas.openxmlformats.org/officeDocument/2006/relationships/notesMaster" Target="/ppt/notesMasters/notesMaster1.xml" Id="R88511ed3e53944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9ad325e9f74d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dbe98ca70b499e" /><Relationship Type="http://schemas.openxmlformats.org/officeDocument/2006/relationships/slideLayout" Target="/ppt/slideLayouts/slideLayout1.xml" Id="R16a6fd4af78949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a6fd4af78949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34478251914ab2" /><Relationship Type="http://schemas.openxmlformats.org/officeDocument/2006/relationships/image" Target="/ppt/media/image.png" Id="R1a4d6bd28cf94ac2" /><Relationship Type="http://schemas.openxmlformats.org/officeDocument/2006/relationships/notesSlide" Target="/ppt/notesSlides/notesSlide1.xml" Id="R55ea3a5087084e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1f5d62e1c545fa" /><Relationship Type="http://schemas.openxmlformats.org/officeDocument/2006/relationships/notesSlide" Target="/ppt/notesSlides/notesSlide2.xml" Id="Rffb04ded16e14d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1eda92ff37457c" /><Relationship Type="http://schemas.openxmlformats.org/officeDocument/2006/relationships/notesSlide" Target="/ppt/notesSlides/notesSlide3.xml" Id="R70eaf2cbb9b145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aa04d288da4dce" /><Relationship Type="http://schemas.openxmlformats.org/officeDocument/2006/relationships/notesSlide" Target="/ppt/notesSlides/notesSlide4.xml" Id="R413a624f9e5347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e28bea48d64bf9" /><Relationship Type="http://schemas.openxmlformats.org/officeDocument/2006/relationships/notesSlide" Target="/ppt/notesSlides/notesSlide5.xml" Id="R28acd3663d194f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61002bce084122" /><Relationship Type="http://schemas.openxmlformats.org/officeDocument/2006/relationships/notesSlide" Target="/ppt/notesSlides/notesSlide6.xml" Id="Ra97efba495ea4758"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a4d6bd28cf94ac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1A7711C-33C0-4B57-B291-C30CADA9EE09}"/>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Foundations of Forensic Social Work</a:t>
            </a:r>
          </a:p>
        </p:txBody>
      </p:sp>
      <p:sp>
        <p:nvSpPr>
          <p:cNvPr id="3" name="">
            <a:extLst xmlns:a="http://schemas.openxmlformats.org/drawingml/2006/main">
              <a:ext uri="{FF2B5EF4-FFF2-40B4-BE49-F238E27FC236}">
                <a16:creationId xmlns:a16="http://schemas.microsoft.com/office/drawing/2014/main" id="{32A044C2-377D-4846-B84F-EC404335FBAB}"/>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Criminal Justice &amp; Forensic Social Work</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E22B7CC3-D375-4035-B2A0-70FE128AD58F}"/>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69802795"/>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8D6B4C-2C66-4E25-9E13-E256B1C9687A}"/>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39F58A40-98CC-4A40-9C6A-D01FF745AAE0}"/>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Explain social-work roles and ethical responsibilities in justice-related settings.</a:t>
            </a:r>
          </a:p>
        </p:txBody>
      </p:sp>
      <p:sp>
        <p:nvSpPr>
          <p:cNvPr id="3" name="">
            <a:extLst xmlns:a="http://schemas.openxmlformats.org/drawingml/2006/main">
              <a:ext uri="{FF2B5EF4-FFF2-40B4-BE49-F238E27FC236}">
                <a16:creationId xmlns:a16="http://schemas.microsoft.com/office/drawing/2014/main" id="{DB2175FD-7547-41F0-B9D9-78A25668F842}"/>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F6E164C4-5BF1-41C5-A7D9-A868FEE240A9}"/>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A99F808A-7243-4C3A-BE60-5295D390EA04}"/>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E8CAC6A7-5BEC-4370-87CD-FD1634BF29C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3861894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D57BC0-6716-4AAA-9D69-0395914301D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84A40D8A-68CF-4465-9732-3FCCB6EFF6FA}"/>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Practice contexts</a:t>
            </a:r>
          </a:p>
        </p:txBody>
      </p:sp>
      <p:sp>
        <p:nvSpPr>
          <p:cNvPr id="3" name="">
            <a:extLst xmlns:a="http://schemas.openxmlformats.org/drawingml/2006/main">
              <a:ext uri="{FF2B5EF4-FFF2-40B4-BE49-F238E27FC236}">
                <a16:creationId xmlns:a16="http://schemas.microsoft.com/office/drawing/2014/main" id="{21A8D5F4-9113-4C2C-89D2-CEDC99031B80}"/>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courts, corrections, policing, victim services, child protection, and community programmes</a:t>
            </a:r>
          </a:p>
        </p:txBody>
      </p:sp>
      <p:sp>
        <p:nvSpPr>
          <p:cNvPr id="4" name="">
            <a:extLst xmlns:a="http://schemas.openxmlformats.org/drawingml/2006/main">
              <a:ext uri="{FF2B5EF4-FFF2-40B4-BE49-F238E27FC236}">
                <a16:creationId xmlns:a16="http://schemas.microsoft.com/office/drawing/2014/main" id="{0D82D664-443A-4889-B976-77BEC662F3B8}"/>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courts, corrections, policing, victim services, child protection, and community programmes.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B005C520-674B-4B36-934C-B851BFC6E6D4}"/>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BAB34D7A-7EE8-4701-8DF8-30459960E5A9}"/>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AC5ED3BA-F2A5-455E-BB6D-41E0B74B0A4A}"/>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4588265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429891-99AE-4D87-80FD-04200D2AF708}"/>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D5F6AD9C-215C-4F05-ADC5-D95467AF3614}"/>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Assessment and intervention</a:t>
            </a:r>
          </a:p>
        </p:txBody>
      </p:sp>
      <p:sp>
        <p:nvSpPr>
          <p:cNvPr id="3" name="">
            <a:extLst xmlns:a="http://schemas.openxmlformats.org/drawingml/2006/main">
              <a:ext uri="{FF2B5EF4-FFF2-40B4-BE49-F238E27FC236}">
                <a16:creationId xmlns:a16="http://schemas.microsoft.com/office/drawing/2014/main" id="{8DEED634-DFA4-40EE-BC13-6FBE2F406912}"/>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psychosocial reports, risk/needs principles, advocacy, and trauma-informed care</a:t>
            </a:r>
          </a:p>
        </p:txBody>
      </p:sp>
      <p:sp>
        <p:nvSpPr>
          <p:cNvPr id="4" name="">
            <a:extLst xmlns:a="http://schemas.openxmlformats.org/drawingml/2006/main">
              <a:ext uri="{FF2B5EF4-FFF2-40B4-BE49-F238E27FC236}">
                <a16:creationId xmlns:a16="http://schemas.microsoft.com/office/drawing/2014/main" id="{AD06F55F-3E25-4596-B6E9-637A2AEC2D3B}"/>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psychosocial reports, risk/needs principles, advocacy, and trauma-informed care.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C21AEA5F-F57A-4C4F-BE8C-5C74ED580A4F}"/>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291BC52F-F740-4A58-B59A-CA8C10D0FC5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31D18965-0BD9-4487-B218-38566A0FCDDD}"/>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4047512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B98B28-75D0-40E2-B739-4F6CAB02D369}"/>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D5624C45-5316-4E34-9814-05B04843962D}"/>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Ethics and boundaries</a:t>
            </a:r>
          </a:p>
        </p:txBody>
      </p:sp>
      <p:sp>
        <p:nvSpPr>
          <p:cNvPr id="3" name="">
            <a:extLst xmlns:a="http://schemas.openxmlformats.org/drawingml/2006/main">
              <a:ext uri="{FF2B5EF4-FFF2-40B4-BE49-F238E27FC236}">
                <a16:creationId xmlns:a16="http://schemas.microsoft.com/office/drawing/2014/main" id="{C55245F3-96BF-47BE-8565-5DF1ECA92CBA}"/>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dual roles, confidentiality limits, informed consent, documentation, and cultural humility</a:t>
            </a:r>
          </a:p>
        </p:txBody>
      </p:sp>
      <p:sp>
        <p:nvSpPr>
          <p:cNvPr id="4" name="">
            <a:extLst xmlns:a="http://schemas.openxmlformats.org/drawingml/2006/main">
              <a:ext uri="{FF2B5EF4-FFF2-40B4-BE49-F238E27FC236}">
                <a16:creationId xmlns:a16="http://schemas.microsoft.com/office/drawing/2014/main" id="{11373FF6-C505-4EE7-8A63-2A4912506148}"/>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dual roles, confidentiality limits, informed consent, documentation, and cultural humility.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0A9B628E-DDF9-4171-B2F3-02E91CB93B29}"/>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02F617A0-E60A-472A-99D5-2E39D1992A8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FEB2BB45-9445-442F-AC28-8A7351F4AA9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098589319"/>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55CA61-FC84-4889-A3F4-BF651B7BFEBE}"/>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9DDF4CE1-EB5E-4EEA-B15B-1A6DAAC0B315}"/>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3507B7A8-852E-4B27-8DDD-D7FB5EF18686}"/>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76744E07-FFF6-416A-9D33-4376F303E5E7}"/>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roles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confidentiality limits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ethics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trauma-informed practice</a:t>
            </a:r>
          </a:p>
        </p:txBody>
      </p:sp>
      <p:sp>
        <p:nvSpPr>
          <p:cNvPr id="5" name="">
            <a:extLst xmlns:a="http://schemas.openxmlformats.org/drawingml/2006/main">
              <a:ext uri="{FF2B5EF4-FFF2-40B4-BE49-F238E27FC236}">
                <a16:creationId xmlns:a16="http://schemas.microsoft.com/office/drawing/2014/main" id="{D70C8463-DC16-4532-AA99-C8F902312EE3}"/>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19C2079E-9F09-4443-B045-58D0FC63801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D5EFC4F6-582F-48E8-89EA-EC75C1964FE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5653456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2026-10-03T16:22:46.8640000Z</dcterms:created>
  <dcterms:modified xsi:type="dcterms:W3CDTF">2026-10-03T16:22:46.8640000Z</dcterms:modified>
</coreProperties>
</file>