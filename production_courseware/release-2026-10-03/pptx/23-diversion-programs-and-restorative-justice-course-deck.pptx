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1eb0f1083f4d48" /><Relationship Type="http://schemas.openxmlformats.org/officeDocument/2006/relationships/extended-properties" Target="/docProps/app.xml" Id="Re29a5428cdc941e2" /><Relationship Type="http://schemas.openxmlformats.org/officeDocument/2006/relationships/officeDocument" Target="/ppt/presentation.xml" Id="Rea56070e78394fc2" /></Relationships>
</file>

<file path=ppt/presentation.xml><?xml version="1.0" encoding="utf-8"?>
<p:presentation xmlns:p="http://schemas.openxmlformats.org/presentationml/2006/main">
  <p:sldMasterIdLst>
    <p:sldMasterId xmlns:r="http://schemas.openxmlformats.org/officeDocument/2006/relationships" id="2147483648" r:id="Rab461e21937b409d"/>
  </p:sldMasterIdLst>
  <p:notesMasterIdLst>
    <p:notesMasterId xmlns:r="http://schemas.openxmlformats.org/officeDocument/2006/relationships" r:id="Rf503208fdbb1403b"/>
  </p:notesMasterIdLst>
  <p:sldIdLst>
    <p:sldId xmlns:r="http://schemas.openxmlformats.org/officeDocument/2006/relationships" id="256" r:id="Rf49393830a984ca9"/>
    <p:sldId xmlns:r="http://schemas.openxmlformats.org/officeDocument/2006/relationships" id="257" r:id="R79f3ed91790e4e80"/>
    <p:sldId xmlns:r="http://schemas.openxmlformats.org/officeDocument/2006/relationships" id="258" r:id="Rdba2e72c78ec4983"/>
    <p:sldId xmlns:r="http://schemas.openxmlformats.org/officeDocument/2006/relationships" id="259" r:id="Rb7ba36e2270240bd"/>
    <p:sldId xmlns:r="http://schemas.openxmlformats.org/officeDocument/2006/relationships" id="260" r:id="R88978332c20f4698"/>
    <p:sldId xmlns:r="http://schemas.openxmlformats.org/officeDocument/2006/relationships" id="261" r:id="R132f07aeae1540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1ae76b2f284f9b" /><Relationship Type="http://schemas.openxmlformats.org/officeDocument/2006/relationships/slideMaster" Target="/ppt/slideMasters/slideMaster1.xml" Id="Rab461e21937b409d" /><Relationship Type="http://schemas.openxmlformats.org/officeDocument/2006/relationships/notesMaster" Target="/ppt/notesMasters/notesMaster1.xml" Id="Rf503208fdbb1403b" /><Relationship Type="http://schemas.openxmlformats.org/officeDocument/2006/relationships/presProps" Target="/ppt/presProps.xml" Id="Re0ca8675224344cf" /><Relationship Type="http://schemas.openxmlformats.org/officeDocument/2006/relationships/tableStyles" Target="/ppt/tableStyles.xml" Id="R7e408c0458404c63" /><Relationship Type="http://schemas.openxmlformats.org/officeDocument/2006/relationships/slide" Target="/ppt/slides/slide1.xml" Id="Rf49393830a984ca9" /><Relationship Type="http://schemas.openxmlformats.org/officeDocument/2006/relationships/slide" Target="/ppt/slides/slide2.xml" Id="R79f3ed91790e4e80" /><Relationship Type="http://schemas.openxmlformats.org/officeDocument/2006/relationships/slide" Target="/ppt/slides/slide3.xml" Id="Rdba2e72c78ec4983" /><Relationship Type="http://schemas.openxmlformats.org/officeDocument/2006/relationships/slide" Target="/ppt/slides/slide4.xml" Id="Rb7ba36e2270240bd" /><Relationship Type="http://schemas.openxmlformats.org/officeDocument/2006/relationships/slide" Target="/ppt/slides/slide5.xml" Id="R88978332c20f4698" /><Relationship Type="http://schemas.openxmlformats.org/officeDocument/2006/relationships/slide" Target="/ppt/slides/slide6.xml" Id="R132f07aeae1540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ada5c9e68e4d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b712ce54234d2f" /><Relationship Type="http://schemas.openxmlformats.org/officeDocument/2006/relationships/notesMaster" Target="/ppt/notesMasters/notesMaster1.xml" Id="R596242426f0f43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42c6ff17e44b7f" /><Relationship Type="http://schemas.openxmlformats.org/officeDocument/2006/relationships/notesMaster" Target="/ppt/notesMasters/notesMaster1.xml" Id="R1f75380cd6ca4c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92737a6065450b" /><Relationship Type="http://schemas.openxmlformats.org/officeDocument/2006/relationships/notesMaster" Target="/ppt/notesMasters/notesMaster1.xml" Id="R472e0d4dc6324f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21fa70253440af" /><Relationship Type="http://schemas.openxmlformats.org/officeDocument/2006/relationships/notesMaster" Target="/ppt/notesMasters/notesMaster1.xml" Id="R450cece6844b49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142142d5e44ab6" /><Relationship Type="http://schemas.openxmlformats.org/officeDocument/2006/relationships/notesMaster" Target="/ppt/notesMasters/notesMaster1.xml" Id="Rabfeda9a7cd149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1351667320414d" /><Relationship Type="http://schemas.openxmlformats.org/officeDocument/2006/relationships/notesMaster" Target="/ppt/notesMasters/notesMaster1.xml" Id="Rc2b729de56b54a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b343128c774c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35545d65ec413b" /><Relationship Type="http://schemas.openxmlformats.org/officeDocument/2006/relationships/slideLayout" Target="/ppt/slideLayouts/slideLayout1.xml" Id="R6919c432c42740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19c432c42740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ef2f5a18f24be2" /><Relationship Type="http://schemas.openxmlformats.org/officeDocument/2006/relationships/image" Target="/ppt/media/image.png" Id="R767b3d85dd824fee" /><Relationship Type="http://schemas.openxmlformats.org/officeDocument/2006/relationships/notesSlide" Target="/ppt/notesSlides/notesSlide1.xml" Id="R58248dd6745b4b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0e31714eb542bf" /><Relationship Type="http://schemas.openxmlformats.org/officeDocument/2006/relationships/notesSlide" Target="/ppt/notesSlides/notesSlide2.xml" Id="R0461850e7e9448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0e7d93f2db4c8b" /><Relationship Type="http://schemas.openxmlformats.org/officeDocument/2006/relationships/notesSlide" Target="/ppt/notesSlides/notesSlide3.xml" Id="Rce466d0165e549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8867f1e7f04b44" /><Relationship Type="http://schemas.openxmlformats.org/officeDocument/2006/relationships/notesSlide" Target="/ppt/notesSlides/notesSlide4.xml" Id="Rd58fa6457a1846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eecf9f8cc3432d" /><Relationship Type="http://schemas.openxmlformats.org/officeDocument/2006/relationships/notesSlide" Target="/ppt/notesSlides/notesSlide5.xml" Id="Rba8a423eb4da4a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26f736868864c3f" /><Relationship Type="http://schemas.openxmlformats.org/officeDocument/2006/relationships/notesSlide" Target="/ppt/notesSlides/notesSlide6.xml" Id="R2f804a6a70364f39"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67b3d85dd824f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62712F-9CC7-449C-BEA6-F20534BEF2F4}"/>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Diversion Programs &amp; Restorative Justice</a:t>
            </a:r>
          </a:p>
        </p:txBody>
      </p:sp>
      <p:sp>
        <p:nvSpPr>
          <p:cNvPr id="3" name="">
            <a:extLst xmlns:a="http://schemas.openxmlformats.org/drawingml/2006/main">
              <a:ext uri="{FF2B5EF4-FFF2-40B4-BE49-F238E27FC236}">
                <a16:creationId xmlns:a16="http://schemas.microsoft.com/office/drawing/2014/main" id="{85D7F605-B32D-4F5C-A491-6FBCF7962C12}"/>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Criminal Justice &amp; Forensic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DB5232A1-6D83-4F73-9601-E71EBDF86674}"/>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71819326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822B09-27A1-464E-BA3D-9BC09973A7C5}"/>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3C6385ED-1B09-4528-A6CF-E1505371B970}"/>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Describe suitable diversion and restorative approaches and their safeguards.</a:t>
            </a:r>
          </a:p>
        </p:txBody>
      </p:sp>
      <p:sp>
        <p:nvSpPr>
          <p:cNvPr id="3" name="">
            <a:extLst xmlns:a="http://schemas.openxmlformats.org/drawingml/2006/main">
              <a:ext uri="{FF2B5EF4-FFF2-40B4-BE49-F238E27FC236}">
                <a16:creationId xmlns:a16="http://schemas.microsoft.com/office/drawing/2014/main" id="{205373B3-0F33-4515-832E-F050AB610E57}"/>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8A71F9A9-8D25-4977-807D-3E3D02AF813F}"/>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76C8BA77-33AF-4DBC-B9F0-3D9732709FF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B11A1EA8-3247-4BF6-B214-99CEAC13767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574800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627828-CD84-41D9-AFE2-464F217B1FA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23AC0A70-20BF-4F57-BEBF-403FC0DD4AD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Alternatives to incarceration</a:t>
            </a:r>
          </a:p>
        </p:txBody>
      </p:sp>
      <p:sp>
        <p:nvSpPr>
          <p:cNvPr id="3" name="">
            <a:extLst xmlns:a="http://schemas.openxmlformats.org/drawingml/2006/main">
              <a:ext uri="{FF2B5EF4-FFF2-40B4-BE49-F238E27FC236}">
                <a16:creationId xmlns:a16="http://schemas.microsoft.com/office/drawing/2014/main" id="{3D298AC4-EC71-4BD7-B082-83654C16287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eligibility, aims, equity, community-based support, and evidence</a:t>
            </a:r>
          </a:p>
        </p:txBody>
      </p:sp>
      <p:sp>
        <p:nvSpPr>
          <p:cNvPr id="4" name="">
            <a:extLst xmlns:a="http://schemas.openxmlformats.org/drawingml/2006/main">
              <a:ext uri="{FF2B5EF4-FFF2-40B4-BE49-F238E27FC236}">
                <a16:creationId xmlns:a16="http://schemas.microsoft.com/office/drawing/2014/main" id="{017E3DC0-F41E-4590-B1E7-B428C4A91167}"/>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eligibility, aims, equity, community-based support, and evidence.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E615033D-1C5B-4BF5-A2AE-A231272E9158}"/>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996C5D1-ADE7-4441-BB78-412DCBE0164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D25CCCD-A94F-409B-8A12-F35992DC089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6748357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CFCFCC-A13B-4815-B7D6-E62D27E9A25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D354F7C9-8860-48BA-9194-431BC70B817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Restorative justice principles</a:t>
            </a:r>
          </a:p>
        </p:txBody>
      </p:sp>
      <p:sp>
        <p:nvSpPr>
          <p:cNvPr id="3" name="">
            <a:extLst xmlns:a="http://schemas.openxmlformats.org/drawingml/2006/main">
              <a:ext uri="{FF2B5EF4-FFF2-40B4-BE49-F238E27FC236}">
                <a16:creationId xmlns:a16="http://schemas.microsoft.com/office/drawing/2014/main" id="{6543782C-CF8A-41CA-831F-AA94C65ACFE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voluntary participation, accountability, repair, victim safety, and facilitator neutrality</a:t>
            </a:r>
          </a:p>
        </p:txBody>
      </p:sp>
      <p:sp>
        <p:nvSpPr>
          <p:cNvPr id="4" name="">
            <a:extLst xmlns:a="http://schemas.openxmlformats.org/drawingml/2006/main">
              <a:ext uri="{FF2B5EF4-FFF2-40B4-BE49-F238E27FC236}">
                <a16:creationId xmlns:a16="http://schemas.microsoft.com/office/drawing/2014/main" id="{FCF0D60C-8278-420D-8878-B9BFC00E494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voluntary participation, accountability, repair, victim safety, and facilitator neutrality.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CD3CB49F-2AAF-4D71-916E-C07EDAF72D0A}"/>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E311D14-61AF-4311-B6FF-8C7DFA69E88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4D0E9B3-ECA7-4BA6-863C-186D4122E9F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0645543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1CBC7F-EB68-4436-ACF7-7340AAC71DD5}"/>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97466047-1B1F-4B9D-850B-D8F1FC5A10E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Case coordination</a:t>
            </a:r>
          </a:p>
        </p:txBody>
      </p:sp>
      <p:sp>
        <p:nvSpPr>
          <p:cNvPr id="3" name="">
            <a:extLst xmlns:a="http://schemas.openxmlformats.org/drawingml/2006/main">
              <a:ext uri="{FF2B5EF4-FFF2-40B4-BE49-F238E27FC236}">
                <a16:creationId xmlns:a16="http://schemas.microsoft.com/office/drawing/2014/main" id="{C9E52170-F2EF-4C99-B61C-5BCC287A8FB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referral, service plans, monitoring, completion, and avoiding net widening</a:t>
            </a:r>
          </a:p>
        </p:txBody>
      </p:sp>
      <p:sp>
        <p:nvSpPr>
          <p:cNvPr id="4" name="">
            <a:extLst xmlns:a="http://schemas.openxmlformats.org/drawingml/2006/main">
              <a:ext uri="{FF2B5EF4-FFF2-40B4-BE49-F238E27FC236}">
                <a16:creationId xmlns:a16="http://schemas.microsoft.com/office/drawing/2014/main" id="{2E95F764-564F-4CB4-879E-78F591906635}"/>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referral, service plans, monitoring, completion, and avoiding net widening.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B79140F-5F3E-40C5-B79C-EC7113BDDCE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6F9AFB0D-0F62-45FA-824C-232278EA9D1C}"/>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21E0AEB0-0647-4213-AAE3-CC0B6BC8664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604240998"/>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A006A3-2125-47C9-A6E9-AFB376E41765}"/>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582E99D5-0B81-4B43-987D-C6871A40BE3B}"/>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D409191F-DBC7-46C5-B28A-57CD8FAF33F3}"/>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15E8CF2C-FCA5-4018-84B9-D28BBB832963}"/>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eligibility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consent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victim safety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programme safeguards</a:t>
            </a:r>
          </a:p>
        </p:txBody>
      </p:sp>
      <p:sp>
        <p:nvSpPr>
          <p:cNvPr id="5" name="">
            <a:extLst xmlns:a="http://schemas.openxmlformats.org/drawingml/2006/main">
              <a:ext uri="{FF2B5EF4-FFF2-40B4-BE49-F238E27FC236}">
                <a16:creationId xmlns:a16="http://schemas.microsoft.com/office/drawing/2014/main" id="{C7532C3E-5809-4F70-8DCA-DF15C7CC9771}"/>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A0F67F56-C154-420F-A7AA-05FDCC012A3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89BE599-A49E-4E5D-9C21-826CC22CF0F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4077803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2026-10-03T16:22:55.6110000Z</dcterms:created>
  <dcterms:modified xsi:type="dcterms:W3CDTF">2026-10-03T16:22:55.6110000Z</dcterms:modified>
</coreProperties>
</file>