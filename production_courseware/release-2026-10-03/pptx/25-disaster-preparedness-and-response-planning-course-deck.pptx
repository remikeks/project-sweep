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e394906ec9445f" /><Relationship Type="http://schemas.openxmlformats.org/officeDocument/2006/relationships/extended-properties" Target="/docProps/app.xml" Id="R2788456109d64e06" /><Relationship Type="http://schemas.openxmlformats.org/officeDocument/2006/relationships/officeDocument" Target="/ppt/presentation.xml" Id="R679fa2bc687e427f" /></Relationships>
</file>

<file path=ppt/presentation.xml><?xml version="1.0" encoding="utf-8"?>
<p:presentation xmlns:p="http://schemas.openxmlformats.org/presentationml/2006/main">
  <p:sldMasterIdLst>
    <p:sldMasterId xmlns:r="http://schemas.openxmlformats.org/officeDocument/2006/relationships" id="2147483648" r:id="Rd0357a5d0e0c4a27"/>
  </p:sldMasterIdLst>
  <p:notesMasterIdLst>
    <p:notesMasterId xmlns:r="http://schemas.openxmlformats.org/officeDocument/2006/relationships" r:id="R064cf8e3e70c47f5"/>
  </p:notesMasterIdLst>
  <p:sldIdLst>
    <p:sldId xmlns:r="http://schemas.openxmlformats.org/officeDocument/2006/relationships" id="256" r:id="R25bc052e337140e3"/>
    <p:sldId xmlns:r="http://schemas.openxmlformats.org/officeDocument/2006/relationships" id="257" r:id="Rf15b5881b0b9474b"/>
    <p:sldId xmlns:r="http://schemas.openxmlformats.org/officeDocument/2006/relationships" id="258" r:id="Rde887f8de742453f"/>
    <p:sldId xmlns:r="http://schemas.openxmlformats.org/officeDocument/2006/relationships" id="259" r:id="R220539edc52643ea"/>
    <p:sldId xmlns:r="http://schemas.openxmlformats.org/officeDocument/2006/relationships" id="260" r:id="R0d5b24feafe04a02"/>
    <p:sldId xmlns:r="http://schemas.openxmlformats.org/officeDocument/2006/relationships" id="261" r:id="R3602779e2f474f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0553fe3ebf4e1c" /><Relationship Type="http://schemas.openxmlformats.org/officeDocument/2006/relationships/slideMaster" Target="/ppt/slideMasters/slideMaster1.xml" Id="Rd0357a5d0e0c4a27" /><Relationship Type="http://schemas.openxmlformats.org/officeDocument/2006/relationships/notesMaster" Target="/ppt/notesMasters/notesMaster1.xml" Id="R064cf8e3e70c47f5" /><Relationship Type="http://schemas.openxmlformats.org/officeDocument/2006/relationships/presProps" Target="/ppt/presProps.xml" Id="R640a2a7325274bf1" /><Relationship Type="http://schemas.openxmlformats.org/officeDocument/2006/relationships/tableStyles" Target="/ppt/tableStyles.xml" Id="R0e91b649d810404e" /><Relationship Type="http://schemas.openxmlformats.org/officeDocument/2006/relationships/slide" Target="/ppt/slides/slide1.xml" Id="R25bc052e337140e3" /><Relationship Type="http://schemas.openxmlformats.org/officeDocument/2006/relationships/slide" Target="/ppt/slides/slide2.xml" Id="Rf15b5881b0b9474b" /><Relationship Type="http://schemas.openxmlformats.org/officeDocument/2006/relationships/slide" Target="/ppt/slides/slide3.xml" Id="Rde887f8de742453f" /><Relationship Type="http://schemas.openxmlformats.org/officeDocument/2006/relationships/slide" Target="/ppt/slides/slide4.xml" Id="R220539edc52643ea" /><Relationship Type="http://schemas.openxmlformats.org/officeDocument/2006/relationships/slide" Target="/ppt/slides/slide5.xml" Id="R0d5b24feafe04a02" /><Relationship Type="http://schemas.openxmlformats.org/officeDocument/2006/relationships/slide" Target="/ppt/slides/slide6.xml" Id="R3602779e2f474f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0ae0460da243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7ef99bfb174ab1" /><Relationship Type="http://schemas.openxmlformats.org/officeDocument/2006/relationships/notesMaster" Target="/ppt/notesMasters/notesMaster1.xml" Id="Rf0dea6148f2c47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6647bda7d9419e" /><Relationship Type="http://schemas.openxmlformats.org/officeDocument/2006/relationships/notesMaster" Target="/ppt/notesMasters/notesMaster1.xml" Id="R2524b1daa54049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61905771ac4d87" /><Relationship Type="http://schemas.openxmlformats.org/officeDocument/2006/relationships/notesMaster" Target="/ppt/notesMasters/notesMaster1.xml" Id="R30b9f7cecf2240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881392a616446e" /><Relationship Type="http://schemas.openxmlformats.org/officeDocument/2006/relationships/notesMaster" Target="/ppt/notesMasters/notesMaster1.xml" Id="R06b7899ac5dc4a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3d7309a86947b6" /><Relationship Type="http://schemas.openxmlformats.org/officeDocument/2006/relationships/notesMaster" Target="/ppt/notesMasters/notesMaster1.xml" Id="R7318d02487014c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2d08334f72442f" /><Relationship Type="http://schemas.openxmlformats.org/officeDocument/2006/relationships/notesMaster" Target="/ppt/notesMasters/notesMaster1.xml" Id="R2801e88707a644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a8e478d20340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7ce44415a643a8" /><Relationship Type="http://schemas.openxmlformats.org/officeDocument/2006/relationships/slideLayout" Target="/ppt/slideLayouts/slideLayout1.xml" Id="R34ef7ef8485044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ef7ef8485044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903283632bf4e8e" /><Relationship Type="http://schemas.openxmlformats.org/officeDocument/2006/relationships/image" Target="/ppt/media/image.png" Id="Ra964bb59be4a4e8c" /><Relationship Type="http://schemas.openxmlformats.org/officeDocument/2006/relationships/notesSlide" Target="/ppt/notesSlides/notesSlide1.xml" Id="R721b4b99a3ad4e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708214f8924341" /><Relationship Type="http://schemas.openxmlformats.org/officeDocument/2006/relationships/notesSlide" Target="/ppt/notesSlides/notesSlide2.xml" Id="R52ff9fa512c741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6fcbf019df47aa" /><Relationship Type="http://schemas.openxmlformats.org/officeDocument/2006/relationships/notesSlide" Target="/ppt/notesSlides/notesSlide3.xml" Id="Rb15c596a567d4c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b435c944d240ec" /><Relationship Type="http://schemas.openxmlformats.org/officeDocument/2006/relationships/notesSlide" Target="/ppt/notesSlides/notesSlide4.xml" Id="Rcb6c1ce76fdc4f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ea5f8ec4ff46de" /><Relationship Type="http://schemas.openxmlformats.org/officeDocument/2006/relationships/notesSlide" Target="/ppt/notesSlides/notesSlide5.xml" Id="Rbf6fe42e30124e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eec363278d74867" /><Relationship Type="http://schemas.openxmlformats.org/officeDocument/2006/relationships/notesSlide" Target="/ppt/notesSlides/notesSlide6.xml" Id="Rb5f86f45425f45c7"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a964bb59be4a4e8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215FE4D-77D7-4F1D-B3D2-263272E9D83D}"/>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Disaster Preparedness &amp; Response Planning</a:t>
            </a:r>
          </a:p>
        </p:txBody>
      </p:sp>
      <p:sp>
        <p:nvSpPr>
          <p:cNvPr id="3" name="">
            <a:extLst xmlns:a="http://schemas.openxmlformats.org/drawingml/2006/main">
              <a:ext uri="{FF2B5EF4-FFF2-40B4-BE49-F238E27FC236}">
                <a16:creationId xmlns:a16="http://schemas.microsoft.com/office/drawing/2014/main" id="{3EE9E9A0-D07E-4DF7-83E1-FC791A1E20DE}"/>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Disaster Response &amp; Crisis Intervention</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E02E3C88-1000-4A1A-964D-F68B54AAE469}"/>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1304956690"/>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2885D0-7A71-4FAB-BFDA-87616A6B4067}"/>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1CB21EF0-0E1D-4BD5-AAF2-3B5620E32C56}"/>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Support organisational and community readiness before and during a disaster.</a:t>
            </a:r>
          </a:p>
        </p:txBody>
      </p:sp>
      <p:sp>
        <p:nvSpPr>
          <p:cNvPr id="3" name="">
            <a:extLst xmlns:a="http://schemas.openxmlformats.org/drawingml/2006/main">
              <a:ext uri="{FF2B5EF4-FFF2-40B4-BE49-F238E27FC236}">
                <a16:creationId xmlns:a16="http://schemas.microsoft.com/office/drawing/2014/main" id="{BB26DC57-F90B-47BB-9EE1-C0F2B0E42CEB}"/>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B0FC035C-E2AF-40B9-8275-3F90771897D9}"/>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594287AC-AEF9-48E2-89D3-8CB2068559BC}"/>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BE750806-D7FD-4091-AEFF-0D8DE8A39B39}"/>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20252700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AFC0FB-E3E2-41B4-A1CA-D33DF18EA8CC}"/>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9AEBE37F-94F9-4782-A506-E9ECBDDE9FAC}"/>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Disaster-risk context</a:t>
            </a:r>
          </a:p>
        </p:txBody>
      </p:sp>
      <p:sp>
        <p:nvSpPr>
          <p:cNvPr id="3" name="">
            <a:extLst xmlns:a="http://schemas.openxmlformats.org/drawingml/2006/main">
              <a:ext uri="{FF2B5EF4-FFF2-40B4-BE49-F238E27FC236}">
                <a16:creationId xmlns:a16="http://schemas.microsoft.com/office/drawing/2014/main" id="{7E844FC8-882A-4107-9CF1-65F73AC52943}"/>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hazards, vulnerability, capacity, inclusion, and ethical preparedness</a:t>
            </a:r>
          </a:p>
        </p:txBody>
      </p:sp>
      <p:sp>
        <p:nvSpPr>
          <p:cNvPr id="4" name="">
            <a:extLst xmlns:a="http://schemas.openxmlformats.org/drawingml/2006/main">
              <a:ext uri="{FF2B5EF4-FFF2-40B4-BE49-F238E27FC236}">
                <a16:creationId xmlns:a16="http://schemas.microsoft.com/office/drawing/2014/main" id="{96863202-624E-4852-887B-DA62B200011E}"/>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hazards, vulnerability, capacity, inclusion, and ethical preparedness.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AA15EBF9-A219-4742-87EA-B36D0CE0A907}"/>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DFB49CD3-3F2C-4459-A6B4-337AF2342FB0}"/>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84684574-A38B-44A6-BDEF-68A57B264683}"/>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20295502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18280CA-B48D-4BB7-99CB-722AB63EC57E}"/>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A1ABD657-0337-4BC4-9204-E19DA529F9D9}"/>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Preparedness planning</a:t>
            </a:r>
          </a:p>
        </p:txBody>
      </p:sp>
      <p:sp>
        <p:nvSpPr>
          <p:cNvPr id="3" name="">
            <a:extLst xmlns:a="http://schemas.openxmlformats.org/drawingml/2006/main">
              <a:ext uri="{FF2B5EF4-FFF2-40B4-BE49-F238E27FC236}">
                <a16:creationId xmlns:a16="http://schemas.microsoft.com/office/drawing/2014/main" id="{F478BEB7-E32E-46C0-A6F3-AAFF16C71357}"/>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roles, communications, evacuation/shelter supports, safeguarding, and continuity plans</a:t>
            </a:r>
          </a:p>
        </p:txBody>
      </p:sp>
      <p:sp>
        <p:nvSpPr>
          <p:cNvPr id="4" name="">
            <a:extLst xmlns:a="http://schemas.openxmlformats.org/drawingml/2006/main">
              <a:ext uri="{FF2B5EF4-FFF2-40B4-BE49-F238E27FC236}">
                <a16:creationId xmlns:a16="http://schemas.microsoft.com/office/drawing/2014/main" id="{AEFFD6BF-048E-40D9-8BE5-466517569A55}"/>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roles, communications, evacuation/shelter supports, safeguarding, and continuity plans.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DEF0287D-0430-4D8B-B92F-E94BECCDEE26}"/>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45B6564B-4085-4AC7-9E52-B64DC7BE3923}"/>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5B9970A2-05ED-4BF7-923A-957D8E01ACE7}"/>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1486336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F2917B-3EC6-4107-A26D-19327CBD18F1}"/>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27A74074-EE5A-4EB2-BD4B-F2783EDFEFDB}"/>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Response coordination</a:t>
            </a:r>
          </a:p>
        </p:txBody>
      </p:sp>
      <p:sp>
        <p:nvSpPr>
          <p:cNvPr id="3" name="">
            <a:extLst xmlns:a="http://schemas.openxmlformats.org/drawingml/2006/main">
              <a:ext uri="{FF2B5EF4-FFF2-40B4-BE49-F238E27FC236}">
                <a16:creationId xmlns:a16="http://schemas.microsoft.com/office/drawing/2014/main" id="{E1FD0E40-7392-434B-A0B7-F248FB3CC9A4}"/>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rapid needs assessment, information management, referrals, staff safety, and review</a:t>
            </a:r>
          </a:p>
        </p:txBody>
      </p:sp>
      <p:sp>
        <p:nvSpPr>
          <p:cNvPr id="4" name="">
            <a:extLst xmlns:a="http://schemas.openxmlformats.org/drawingml/2006/main">
              <a:ext uri="{FF2B5EF4-FFF2-40B4-BE49-F238E27FC236}">
                <a16:creationId xmlns:a16="http://schemas.microsoft.com/office/drawing/2014/main" id="{1A038477-2626-465F-A9C9-C787A9E7CB4D}"/>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rapid needs assessment, information management, referrals, staff safety, and review.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28FB0550-F752-46D4-A99B-C252698A3CFC}"/>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9BFA5B65-6DEA-42E3-8299-CCE6DC998AB7}"/>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BE2B1CFA-72DD-4E68-9E30-1D15AB17DF37}"/>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1233874546"/>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74E772-5F03-48DA-A1AA-88AF23DFBDB1}"/>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A9195350-4D58-427C-9D0B-E5480578E827}"/>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BAEEE9A0-B45A-4476-AA36-D9DE6B1765D3}"/>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C33AC348-98A7-4B0E-8589-C89299E2E0E1}"/>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risk</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preparedness roles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coordination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inclusion</a:t>
            </a:r>
          </a:p>
        </p:txBody>
      </p:sp>
      <p:sp>
        <p:nvSpPr>
          <p:cNvPr id="5" name="">
            <a:extLst xmlns:a="http://schemas.openxmlformats.org/drawingml/2006/main">
              <a:ext uri="{FF2B5EF4-FFF2-40B4-BE49-F238E27FC236}">
                <a16:creationId xmlns:a16="http://schemas.microsoft.com/office/drawing/2014/main" id="{94B2EB90-F30A-4D10-A150-04F26901C347}"/>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828DC7BA-7B69-4EA2-BD4D-8E9C83A0EB38}"/>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4BA433FC-F886-48BD-949D-4AA20CE0FB41}"/>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6900137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2026-10-03T16:23:11.2860000Z</dcterms:created>
  <dcterms:modified xsi:type="dcterms:W3CDTF">2026-10-03T16:23:11.2860000Z</dcterms:modified>
</coreProperties>
</file>