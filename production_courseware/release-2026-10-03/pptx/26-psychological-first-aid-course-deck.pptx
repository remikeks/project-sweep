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be713630544eea" /><Relationship Type="http://schemas.openxmlformats.org/officeDocument/2006/relationships/extended-properties" Target="/docProps/app.xml" Id="Rac037c6b848d4ac4" /><Relationship Type="http://schemas.openxmlformats.org/officeDocument/2006/relationships/officeDocument" Target="/ppt/presentation.xml" Id="R829d779fe69f43d7" /></Relationships>
</file>

<file path=ppt/presentation.xml><?xml version="1.0" encoding="utf-8"?>
<p:presentation xmlns:p="http://schemas.openxmlformats.org/presentationml/2006/main">
  <p:sldMasterIdLst>
    <p:sldMasterId xmlns:r="http://schemas.openxmlformats.org/officeDocument/2006/relationships" id="2147483648" r:id="Rd073cad681da4951"/>
  </p:sldMasterIdLst>
  <p:notesMasterIdLst>
    <p:notesMasterId xmlns:r="http://schemas.openxmlformats.org/officeDocument/2006/relationships" r:id="R317fda523fb14574"/>
  </p:notesMasterIdLst>
  <p:sldIdLst>
    <p:sldId xmlns:r="http://schemas.openxmlformats.org/officeDocument/2006/relationships" id="256" r:id="R0e4b47fcdfe34eb3"/>
    <p:sldId xmlns:r="http://schemas.openxmlformats.org/officeDocument/2006/relationships" id="257" r:id="Rcb5a8bc805d84f51"/>
    <p:sldId xmlns:r="http://schemas.openxmlformats.org/officeDocument/2006/relationships" id="258" r:id="Re4f09d3a525b40e3"/>
    <p:sldId xmlns:r="http://schemas.openxmlformats.org/officeDocument/2006/relationships" id="259" r:id="R06fb6f444c134dc0"/>
    <p:sldId xmlns:r="http://schemas.openxmlformats.org/officeDocument/2006/relationships" id="260" r:id="Ref1fa6e730eb475f"/>
    <p:sldId xmlns:r="http://schemas.openxmlformats.org/officeDocument/2006/relationships" id="261" r:id="R3967c3ba12c146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cff09ff2874945" /><Relationship Type="http://schemas.openxmlformats.org/officeDocument/2006/relationships/slideMaster" Target="/ppt/slideMasters/slideMaster1.xml" Id="Rd073cad681da4951" /><Relationship Type="http://schemas.openxmlformats.org/officeDocument/2006/relationships/notesMaster" Target="/ppt/notesMasters/notesMaster1.xml" Id="R317fda523fb14574" /><Relationship Type="http://schemas.openxmlformats.org/officeDocument/2006/relationships/presProps" Target="/ppt/presProps.xml" Id="R82c2a7dd4d4943df" /><Relationship Type="http://schemas.openxmlformats.org/officeDocument/2006/relationships/tableStyles" Target="/ppt/tableStyles.xml" Id="Rba71ae3bad4b4c8d" /><Relationship Type="http://schemas.openxmlformats.org/officeDocument/2006/relationships/slide" Target="/ppt/slides/slide1.xml" Id="R0e4b47fcdfe34eb3" /><Relationship Type="http://schemas.openxmlformats.org/officeDocument/2006/relationships/slide" Target="/ppt/slides/slide2.xml" Id="Rcb5a8bc805d84f51" /><Relationship Type="http://schemas.openxmlformats.org/officeDocument/2006/relationships/slide" Target="/ppt/slides/slide3.xml" Id="Re4f09d3a525b40e3" /><Relationship Type="http://schemas.openxmlformats.org/officeDocument/2006/relationships/slide" Target="/ppt/slides/slide4.xml" Id="R06fb6f444c134dc0" /><Relationship Type="http://schemas.openxmlformats.org/officeDocument/2006/relationships/slide" Target="/ppt/slides/slide5.xml" Id="Ref1fa6e730eb475f" /><Relationship Type="http://schemas.openxmlformats.org/officeDocument/2006/relationships/slide" Target="/ppt/slides/slide6.xml" Id="R3967c3ba12c146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7828523acb42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807b7816394dbe" /><Relationship Type="http://schemas.openxmlformats.org/officeDocument/2006/relationships/notesMaster" Target="/ppt/notesMasters/notesMaster1.xml" Id="Rb70711e64fcb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e83a6f37974e82" /><Relationship Type="http://schemas.openxmlformats.org/officeDocument/2006/relationships/notesMaster" Target="/ppt/notesMasters/notesMaster1.xml" Id="R9918ec5d7eee4a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922fe7d4ec4dfb" /><Relationship Type="http://schemas.openxmlformats.org/officeDocument/2006/relationships/notesMaster" Target="/ppt/notesMasters/notesMaster1.xml" Id="Rc452bc68e9524a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4d84e86c744ec7" /><Relationship Type="http://schemas.openxmlformats.org/officeDocument/2006/relationships/notesMaster" Target="/ppt/notesMasters/notesMaster1.xml" Id="R1d26ae46f6c844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a40e6381a0421b" /><Relationship Type="http://schemas.openxmlformats.org/officeDocument/2006/relationships/notesMaster" Target="/ppt/notesMasters/notesMaster1.xml" Id="Rc46ef18a17f740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13052fa66d4413" /><Relationship Type="http://schemas.openxmlformats.org/officeDocument/2006/relationships/notesMaster" Target="/ppt/notesMasters/notesMaster1.xml" Id="R3f879fdd89364c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24ae6245e244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0f3735e2334bbf" /><Relationship Type="http://schemas.openxmlformats.org/officeDocument/2006/relationships/slideLayout" Target="/ppt/slideLayouts/slideLayout1.xml" Id="Rdb1ed7472b9840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1ed7472b9840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ee107bb1fa4ffd" /><Relationship Type="http://schemas.openxmlformats.org/officeDocument/2006/relationships/image" Target="/ppt/media/image.png" Id="Rf23cc6261f4743b2" /><Relationship Type="http://schemas.openxmlformats.org/officeDocument/2006/relationships/notesSlide" Target="/ppt/notesSlides/notesSlide1.xml" Id="Rdfd6427645154c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c627550d114079" /><Relationship Type="http://schemas.openxmlformats.org/officeDocument/2006/relationships/notesSlide" Target="/ppt/notesSlides/notesSlide2.xml" Id="R29acd496b9b642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ef5a1df2fa449e" /><Relationship Type="http://schemas.openxmlformats.org/officeDocument/2006/relationships/notesSlide" Target="/ppt/notesSlides/notesSlide3.xml" Id="R81aea9eb7d2e46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619573a2284447" /><Relationship Type="http://schemas.openxmlformats.org/officeDocument/2006/relationships/notesSlide" Target="/ppt/notesSlides/notesSlide4.xml" Id="R3e42b18cac924b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54e78a1abe4504" /><Relationship Type="http://schemas.openxmlformats.org/officeDocument/2006/relationships/notesSlide" Target="/ppt/notesSlides/notesSlide5.xml" Id="Re2662d9273c942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1e3649c5db4476" /><Relationship Type="http://schemas.openxmlformats.org/officeDocument/2006/relationships/notesSlide" Target="/ppt/notesSlides/notesSlide6.xml" Id="Rc4f61f0fad29427e"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23cc6261f4743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0A0341-2F24-471A-8DB9-E2183C7A260C}"/>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Psychological First Aid</a:t>
            </a:r>
          </a:p>
        </p:txBody>
      </p:sp>
      <p:sp>
        <p:nvSpPr>
          <p:cNvPr id="3" name="">
            <a:extLst xmlns:a="http://schemas.openxmlformats.org/drawingml/2006/main">
              <a:ext uri="{FF2B5EF4-FFF2-40B4-BE49-F238E27FC236}">
                <a16:creationId xmlns:a16="http://schemas.microsoft.com/office/drawing/2014/main" id="{96107B90-8FC9-4902-B11F-982BF940743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Disaster Response &amp; Crisis Intervention</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C22E6F50-6197-45FB-B8D3-BAD3CAE4D9F8}"/>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91769977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A6D897-E3A5-4445-A587-AB3B529E9861}"/>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7A9C2945-CD25-4666-910A-004816D1D1FE}"/>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Provide humane, practical first support after distressing events within professional limits.</a:t>
            </a:r>
          </a:p>
        </p:txBody>
      </p:sp>
      <p:sp>
        <p:nvSpPr>
          <p:cNvPr id="3" name="">
            <a:extLst xmlns:a="http://schemas.openxmlformats.org/drawingml/2006/main">
              <a:ext uri="{FF2B5EF4-FFF2-40B4-BE49-F238E27FC236}">
                <a16:creationId xmlns:a16="http://schemas.microsoft.com/office/drawing/2014/main" id="{BB397A8B-D005-419A-96C6-C46142A67CD5}"/>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2BC2E834-A759-48A4-8AB8-963845CBF507}"/>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D35FA70A-67AF-4B7C-A770-6FBC3A740A7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E78D4E3C-48D4-40D4-8940-D1FC474AFB5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7421320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68C852-2336-4499-837A-03C5C4ACB93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0AF3CCA1-7E9E-47CB-98AF-3D3023D0657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What PFA is and is not</a:t>
            </a:r>
          </a:p>
        </p:txBody>
      </p:sp>
      <p:sp>
        <p:nvSpPr>
          <p:cNvPr id="3" name="">
            <a:extLst xmlns:a="http://schemas.openxmlformats.org/drawingml/2006/main">
              <a:ext uri="{FF2B5EF4-FFF2-40B4-BE49-F238E27FC236}">
                <a16:creationId xmlns:a16="http://schemas.microsoft.com/office/drawing/2014/main" id="{C603FACD-11BD-466F-899B-59BE4262570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principles, safety, dignity, culture, consent, and avoiding forced disclosure</a:t>
            </a:r>
          </a:p>
        </p:txBody>
      </p:sp>
      <p:sp>
        <p:nvSpPr>
          <p:cNvPr id="4" name="">
            <a:extLst xmlns:a="http://schemas.openxmlformats.org/drawingml/2006/main">
              <a:ext uri="{FF2B5EF4-FFF2-40B4-BE49-F238E27FC236}">
                <a16:creationId xmlns:a16="http://schemas.microsoft.com/office/drawing/2014/main" id="{CF4FDFDE-7124-450D-9685-46E415763CDA}"/>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principles, safety, dignity, culture, consent, and avoiding forced disclosure.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548214A-6119-4B74-BCC0-4D067B51500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7CB376C9-F54E-443D-9537-A55852CA045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DCFB40A-E49C-430E-9DAB-E7F5FE99D28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4638133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890C65-C9C3-4257-A8B1-11C0DF94899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35E545B9-8E0C-4F78-9704-AF6DB77940F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Look, listen, link</a:t>
            </a:r>
          </a:p>
        </p:txBody>
      </p:sp>
      <p:sp>
        <p:nvSpPr>
          <p:cNvPr id="3" name="">
            <a:extLst xmlns:a="http://schemas.openxmlformats.org/drawingml/2006/main">
              <a:ext uri="{FF2B5EF4-FFF2-40B4-BE49-F238E27FC236}">
                <a16:creationId xmlns:a16="http://schemas.microsoft.com/office/drawing/2014/main" id="{BD25AEF4-C613-4EF4-A31C-6F8DF16D50C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immediate needs, calming support, active listening, information, and practical assistance</a:t>
            </a:r>
          </a:p>
        </p:txBody>
      </p:sp>
      <p:sp>
        <p:nvSpPr>
          <p:cNvPr id="4" name="">
            <a:extLst xmlns:a="http://schemas.openxmlformats.org/drawingml/2006/main">
              <a:ext uri="{FF2B5EF4-FFF2-40B4-BE49-F238E27FC236}">
                <a16:creationId xmlns:a16="http://schemas.microsoft.com/office/drawing/2014/main" id="{520E3E23-CE1C-424F-95B0-976D0CB905FD}"/>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immediate needs, calming support, active listening, information, and practical assistance.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A9A09D2-DE48-4687-901E-DC875BAC6D6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09C6679-5809-4B85-945D-563E0955534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A63227D-4E57-4424-83D3-04F54E0F57A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2970115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B0A1D3-E223-47A0-BF22-87B040B2DB0F}"/>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185A1C57-BF76-4626-A1D1-01B84B982D6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Referral and self-care</a:t>
            </a:r>
          </a:p>
        </p:txBody>
      </p:sp>
      <p:sp>
        <p:nvSpPr>
          <p:cNvPr id="3" name="">
            <a:extLst xmlns:a="http://schemas.openxmlformats.org/drawingml/2006/main">
              <a:ext uri="{FF2B5EF4-FFF2-40B4-BE49-F238E27FC236}">
                <a16:creationId xmlns:a16="http://schemas.microsoft.com/office/drawing/2014/main" id="{DB8640F9-8334-4BAF-A413-4CD82FB3B947}"/>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high-risk signs, protection issues, referral, documentation, and helper wellbeing</a:t>
            </a:r>
          </a:p>
        </p:txBody>
      </p:sp>
      <p:sp>
        <p:nvSpPr>
          <p:cNvPr id="4" name="">
            <a:extLst xmlns:a="http://schemas.openxmlformats.org/drawingml/2006/main">
              <a:ext uri="{FF2B5EF4-FFF2-40B4-BE49-F238E27FC236}">
                <a16:creationId xmlns:a16="http://schemas.microsoft.com/office/drawing/2014/main" id="{438C329D-E870-4357-AA74-88575547D94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high-risk signs, protection issues, referral, documentation, and helper wellbeing.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D370847-41D0-4EA6-8C36-1138E96E140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1DDC6D25-B71B-4F1D-BA65-8E6163FC7F1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BE6FAB9-BDEF-47BF-BA73-B6ADD55CA07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207208365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78A6A4-99CB-42FF-AE14-DDB2D0403846}"/>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21F43C13-E98A-4C6D-9704-3FE953F7086F}"/>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D45C8C09-EC03-489B-8959-9112F2B5AA9D}"/>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68CCCEC8-B76F-4BC0-8EED-3999C9235D37}"/>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PFA principles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Look–Listen–Link</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referral thresholds</a:t>
            </a:r>
          </a:p>
        </p:txBody>
      </p:sp>
      <p:sp>
        <p:nvSpPr>
          <p:cNvPr id="5" name="">
            <a:extLst xmlns:a="http://schemas.openxmlformats.org/drawingml/2006/main">
              <a:ext uri="{FF2B5EF4-FFF2-40B4-BE49-F238E27FC236}">
                <a16:creationId xmlns:a16="http://schemas.microsoft.com/office/drawing/2014/main" id="{EB8222BF-5BC3-4583-950E-FB79473F4772}"/>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C7EC428F-B7FF-4836-9A1B-26AC8C7B3FD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7A841762-08D0-456F-B622-B5FC0DC3EA5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568099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2026-10-03T16:23:17.7670000Z</dcterms:created>
  <dcterms:modified xsi:type="dcterms:W3CDTF">2026-10-03T16:23:17.7670000Z</dcterms:modified>
</coreProperties>
</file>