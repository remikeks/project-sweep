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6369e5cba84c23" /><Relationship Type="http://schemas.openxmlformats.org/officeDocument/2006/relationships/extended-properties" Target="/docProps/app.xml" Id="R6a5b8a265d554f6b" /><Relationship Type="http://schemas.openxmlformats.org/officeDocument/2006/relationships/officeDocument" Target="/ppt/presentation.xml" Id="R36d8d0a28153452e" /></Relationships>
</file>

<file path=ppt/presentation.xml><?xml version="1.0" encoding="utf-8"?>
<p:presentation xmlns:p="http://schemas.openxmlformats.org/presentationml/2006/main">
  <p:sldMasterIdLst>
    <p:sldMasterId xmlns:r="http://schemas.openxmlformats.org/officeDocument/2006/relationships" id="2147483648" r:id="R04b8d2dc9ede414f"/>
  </p:sldMasterIdLst>
  <p:notesMasterIdLst>
    <p:notesMasterId xmlns:r="http://schemas.openxmlformats.org/officeDocument/2006/relationships" r:id="Rfb8d643cc44c4210"/>
  </p:notesMasterIdLst>
  <p:sldIdLst>
    <p:sldId xmlns:r="http://schemas.openxmlformats.org/officeDocument/2006/relationships" id="256" r:id="R68106a265a8c44e5"/>
    <p:sldId xmlns:r="http://schemas.openxmlformats.org/officeDocument/2006/relationships" id="257" r:id="R72ef969875d34a53"/>
    <p:sldId xmlns:r="http://schemas.openxmlformats.org/officeDocument/2006/relationships" id="258" r:id="R425dc1110d8c4ae2"/>
    <p:sldId xmlns:r="http://schemas.openxmlformats.org/officeDocument/2006/relationships" id="259" r:id="R9ab27f8650fe4e82"/>
    <p:sldId xmlns:r="http://schemas.openxmlformats.org/officeDocument/2006/relationships" id="260" r:id="Rdc1c4f7345aa4340"/>
    <p:sldId xmlns:r="http://schemas.openxmlformats.org/officeDocument/2006/relationships" id="261" r:id="R4b907448bf374c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fd789cc0c84415" /><Relationship Type="http://schemas.openxmlformats.org/officeDocument/2006/relationships/slideMaster" Target="/ppt/slideMasters/slideMaster1.xml" Id="R04b8d2dc9ede414f" /><Relationship Type="http://schemas.openxmlformats.org/officeDocument/2006/relationships/notesMaster" Target="/ppt/notesMasters/notesMaster1.xml" Id="Rfb8d643cc44c4210" /><Relationship Type="http://schemas.openxmlformats.org/officeDocument/2006/relationships/presProps" Target="/ppt/presProps.xml" Id="R892f5a6d574c4657" /><Relationship Type="http://schemas.openxmlformats.org/officeDocument/2006/relationships/tableStyles" Target="/ppt/tableStyles.xml" Id="R0371bbbb9fe34cab" /><Relationship Type="http://schemas.openxmlformats.org/officeDocument/2006/relationships/slide" Target="/ppt/slides/slide1.xml" Id="R68106a265a8c44e5" /><Relationship Type="http://schemas.openxmlformats.org/officeDocument/2006/relationships/slide" Target="/ppt/slides/slide2.xml" Id="R72ef969875d34a53" /><Relationship Type="http://schemas.openxmlformats.org/officeDocument/2006/relationships/slide" Target="/ppt/slides/slide3.xml" Id="R425dc1110d8c4ae2" /><Relationship Type="http://schemas.openxmlformats.org/officeDocument/2006/relationships/slide" Target="/ppt/slides/slide4.xml" Id="R9ab27f8650fe4e82" /><Relationship Type="http://schemas.openxmlformats.org/officeDocument/2006/relationships/slide" Target="/ppt/slides/slide5.xml" Id="Rdc1c4f7345aa4340" /><Relationship Type="http://schemas.openxmlformats.org/officeDocument/2006/relationships/slide" Target="/ppt/slides/slide6.xml" Id="R4b907448bf374c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f9cdacacab40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c4a8e9f3e54c58" /><Relationship Type="http://schemas.openxmlformats.org/officeDocument/2006/relationships/notesMaster" Target="/ppt/notesMasters/notesMaster1.xml" Id="Rac85658f616347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4d3296a7f44c0d" /><Relationship Type="http://schemas.openxmlformats.org/officeDocument/2006/relationships/notesMaster" Target="/ppt/notesMasters/notesMaster1.xml" Id="R58d340c0e5a9478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6a0acfa18c498d" /><Relationship Type="http://schemas.openxmlformats.org/officeDocument/2006/relationships/notesMaster" Target="/ppt/notesMasters/notesMaster1.xml" Id="Ra6b4ac723c0c41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b2332606e340c2" /><Relationship Type="http://schemas.openxmlformats.org/officeDocument/2006/relationships/notesMaster" Target="/ppt/notesMasters/notesMaster1.xml" Id="Rcd01bc4ad36344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bee38d578e4d7b" /><Relationship Type="http://schemas.openxmlformats.org/officeDocument/2006/relationships/notesMaster" Target="/ppt/notesMasters/notesMaster1.xml" Id="R975655c60c254c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5ec3e8b3d043f9" /><Relationship Type="http://schemas.openxmlformats.org/officeDocument/2006/relationships/notesMaster" Target="/ppt/notesMasters/notesMaster1.xml" Id="R450040f4036d45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b1be8c02c540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dce679990d4871" /><Relationship Type="http://schemas.openxmlformats.org/officeDocument/2006/relationships/slideLayout" Target="/ppt/slideLayouts/slideLayout1.xml" Id="Rbeec69d22bcf4b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ec69d22bcf4b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a36fb9e3d94979" /><Relationship Type="http://schemas.openxmlformats.org/officeDocument/2006/relationships/image" Target="/ppt/media/image.png" Id="R793d1b65b0b54636" /><Relationship Type="http://schemas.openxmlformats.org/officeDocument/2006/relationships/notesSlide" Target="/ppt/notesSlides/notesSlide1.xml" Id="R74a3cc283c5643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200c391d1b74cb9" /><Relationship Type="http://schemas.openxmlformats.org/officeDocument/2006/relationships/notesSlide" Target="/ppt/notesSlides/notesSlide2.xml" Id="R885133d090a844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5d861356834c8e" /><Relationship Type="http://schemas.openxmlformats.org/officeDocument/2006/relationships/notesSlide" Target="/ppt/notesSlides/notesSlide3.xml" Id="R4be1398cfc8543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f47178c3f646db" /><Relationship Type="http://schemas.openxmlformats.org/officeDocument/2006/relationships/notesSlide" Target="/ppt/notesSlides/notesSlide4.xml" Id="R2d4abc0ffc8b4b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cab8deb1ea4a72" /><Relationship Type="http://schemas.openxmlformats.org/officeDocument/2006/relationships/notesSlide" Target="/ppt/notesSlides/notesSlide5.xml" Id="R40a8b815302041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e5af59d3464532" /><Relationship Type="http://schemas.openxmlformats.org/officeDocument/2006/relationships/notesSlide" Target="/ppt/notesSlides/notesSlide6.xml" Id="R202c998e1a0c41cd"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93d1b65b0b546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A4AE34-F991-48F2-82F7-CDD79267D1EE}"/>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Long-Term Disaster Recovery Support</a:t>
            </a:r>
          </a:p>
        </p:txBody>
      </p:sp>
      <p:sp>
        <p:nvSpPr>
          <p:cNvPr id="3" name="">
            <a:extLst xmlns:a="http://schemas.openxmlformats.org/drawingml/2006/main">
              <a:ext uri="{FF2B5EF4-FFF2-40B4-BE49-F238E27FC236}">
                <a16:creationId xmlns:a16="http://schemas.microsoft.com/office/drawing/2014/main" id="{46565C7C-90EE-468E-8EB2-2E6F1943FBC0}"/>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Disaster Response &amp; Crisis Intervention</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12CE7C35-E2E9-4136-9732-94D869075154}"/>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200811612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5698DB-01A7-4887-8422-4E54053F76CE}"/>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5658DDF1-4CE9-4453-8198-FD8F9A1BE37A}"/>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Support equitable long-term recovery and community resilience after an emergency.</a:t>
            </a:r>
          </a:p>
        </p:txBody>
      </p:sp>
      <p:sp>
        <p:nvSpPr>
          <p:cNvPr id="3" name="">
            <a:extLst xmlns:a="http://schemas.openxmlformats.org/drawingml/2006/main">
              <a:ext uri="{FF2B5EF4-FFF2-40B4-BE49-F238E27FC236}">
                <a16:creationId xmlns:a16="http://schemas.microsoft.com/office/drawing/2014/main" id="{EA33A2A0-E5FA-45EA-BDEE-125BB6200BE4}"/>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C0C1B729-09AD-4B3C-85EB-C6B08481216D}"/>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491134B3-0FDA-41BC-9D91-664F5DCB5CA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888809C5-01FE-4978-9D41-C90108C3196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4290340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642381-0562-4C97-8967-5D3760418E8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59BDA4D4-7513-4833-8470-6EB91AB36261}"/>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Recovery over time</a:t>
            </a:r>
          </a:p>
        </p:txBody>
      </p:sp>
      <p:sp>
        <p:nvSpPr>
          <p:cNvPr id="3" name="">
            <a:extLst xmlns:a="http://schemas.openxmlformats.org/drawingml/2006/main">
              <a:ext uri="{FF2B5EF4-FFF2-40B4-BE49-F238E27FC236}">
                <a16:creationId xmlns:a16="http://schemas.microsoft.com/office/drawing/2014/main" id="{5FCA99CC-14C2-4FA7-AD2A-43F33926206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displacement, livelihoods, grief, service disruption, inequity, and community leadership</a:t>
            </a:r>
          </a:p>
        </p:txBody>
      </p:sp>
      <p:sp>
        <p:nvSpPr>
          <p:cNvPr id="4" name="">
            <a:extLst xmlns:a="http://schemas.openxmlformats.org/drawingml/2006/main">
              <a:ext uri="{FF2B5EF4-FFF2-40B4-BE49-F238E27FC236}">
                <a16:creationId xmlns:a16="http://schemas.microsoft.com/office/drawing/2014/main" id="{C474A48B-D47B-49EA-A9E0-CA0276FD938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displacement, livelihoods, grief, service disruption, inequity, and community leadership.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58EA661B-A794-4EB4-946C-26C91D8C7E7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1F89A2B8-8C27-4ED8-AE45-FBD391416345}"/>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22ED248-5814-47A9-9405-063402C665B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2537235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CA05D7-5B50-4525-9B84-C8A5BE5BB99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5FB4E541-34F9-4CCF-B2B5-E71E4D39BA8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Case and community support</a:t>
            </a:r>
          </a:p>
        </p:txBody>
      </p:sp>
      <p:sp>
        <p:nvSpPr>
          <p:cNvPr id="3" name="">
            <a:extLst xmlns:a="http://schemas.openxmlformats.org/drawingml/2006/main">
              <a:ext uri="{FF2B5EF4-FFF2-40B4-BE49-F238E27FC236}">
                <a16:creationId xmlns:a16="http://schemas.microsoft.com/office/drawing/2014/main" id="{018A270D-B27D-484F-95C5-796F89D47B9F}"/>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housing, benefits, mental-health referrals, child protection, and participation</a:t>
            </a:r>
          </a:p>
        </p:txBody>
      </p:sp>
      <p:sp>
        <p:nvSpPr>
          <p:cNvPr id="4" name="">
            <a:extLst xmlns:a="http://schemas.openxmlformats.org/drawingml/2006/main">
              <a:ext uri="{FF2B5EF4-FFF2-40B4-BE49-F238E27FC236}">
                <a16:creationId xmlns:a16="http://schemas.microsoft.com/office/drawing/2014/main" id="{FB9ADB87-8EB5-4AF4-A27E-19699073283A}"/>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housing, benefits, mental-health referrals, child protection, and participation.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5C7DCB8-F422-43F2-AE84-C2767798CBB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1DC8C65C-2F5B-47A8-94FC-D86F5356A7C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3D8B007-A1A7-4C76-8388-F905A21F4C6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4544733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9E93ED-4AC3-40AF-AD74-F638481F259A}"/>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CA89EADE-D3B1-45F5-B0A3-7EAEDCFC1F87}"/>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Resilience and evaluation</a:t>
            </a:r>
          </a:p>
        </p:txBody>
      </p:sp>
      <p:sp>
        <p:nvSpPr>
          <p:cNvPr id="3" name="">
            <a:extLst xmlns:a="http://schemas.openxmlformats.org/drawingml/2006/main">
              <a:ext uri="{FF2B5EF4-FFF2-40B4-BE49-F238E27FC236}">
                <a16:creationId xmlns:a16="http://schemas.microsoft.com/office/drawing/2014/main" id="{3FFC9908-C28A-425D-9FC0-78E0580B7329}"/>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recovery indicators, feedback, preparedness learning, and sustainable partnerships</a:t>
            </a:r>
          </a:p>
        </p:txBody>
      </p:sp>
      <p:sp>
        <p:nvSpPr>
          <p:cNvPr id="4" name="">
            <a:extLst xmlns:a="http://schemas.openxmlformats.org/drawingml/2006/main">
              <a:ext uri="{FF2B5EF4-FFF2-40B4-BE49-F238E27FC236}">
                <a16:creationId xmlns:a16="http://schemas.microsoft.com/office/drawing/2014/main" id="{75EF75F1-C4C9-4A95-A9D5-99A59A386AF8}"/>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recovery indicators, feedback, preparedness learning, and sustainable partnerships.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3408A1A7-BF56-433D-AF34-A181C5FDE5D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AA1B229C-02FD-493A-9D2C-29A716AE1F5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18FA6A5D-D9A8-4C69-9699-33184C07020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05133076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DCA6F2-FC4B-4999-8D7C-7C74D0D29495}"/>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8F8922D0-E707-4672-ABDA-D635980DF94C}"/>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A962AAE6-CE34-4085-B998-DAEDEEFE7D23}"/>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1EED11D6-8500-49CE-91C0-E1970B87B608}"/>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long-term needs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equity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coordination</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resilience</a:t>
            </a:r>
          </a:p>
        </p:txBody>
      </p:sp>
      <p:sp>
        <p:nvSpPr>
          <p:cNvPr id="5" name="">
            <a:extLst xmlns:a="http://schemas.openxmlformats.org/drawingml/2006/main">
              <a:ext uri="{FF2B5EF4-FFF2-40B4-BE49-F238E27FC236}">
                <a16:creationId xmlns:a16="http://schemas.microsoft.com/office/drawing/2014/main" id="{A0778249-3A13-4FEB-AE0F-787B5A5182F3}"/>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E6B6B5FE-43BD-4A95-9823-F2F1ED504BD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667EA75-1A9E-45FC-BA43-B74C6ED1521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441401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2026-10-03T16:23:24.0640000Z</dcterms:created>
  <dcterms:modified xsi:type="dcterms:W3CDTF">2026-10-03T16:23:24.0640000Z</dcterms:modified>
</coreProperties>
</file>