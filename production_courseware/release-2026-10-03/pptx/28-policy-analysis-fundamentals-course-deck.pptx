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a2cc45adf44379" /><Relationship Type="http://schemas.openxmlformats.org/officeDocument/2006/relationships/extended-properties" Target="/docProps/app.xml" Id="R57975540f6654134" /><Relationship Type="http://schemas.openxmlformats.org/officeDocument/2006/relationships/officeDocument" Target="/ppt/presentation.xml" Id="Rd076b82b2ca743f3" /></Relationships>
</file>

<file path=ppt/presentation.xml><?xml version="1.0" encoding="utf-8"?>
<p:presentation xmlns:p="http://schemas.openxmlformats.org/presentationml/2006/main">
  <p:sldMasterIdLst>
    <p:sldMasterId xmlns:r="http://schemas.openxmlformats.org/officeDocument/2006/relationships" id="2147483648" r:id="Rad665f84e7c24c31"/>
  </p:sldMasterIdLst>
  <p:notesMasterIdLst>
    <p:notesMasterId xmlns:r="http://schemas.openxmlformats.org/officeDocument/2006/relationships" r:id="Ra208acb78abd4fa3"/>
  </p:notesMasterIdLst>
  <p:sldIdLst>
    <p:sldId xmlns:r="http://schemas.openxmlformats.org/officeDocument/2006/relationships" id="256" r:id="R549c063a5f4f4c4b"/>
    <p:sldId xmlns:r="http://schemas.openxmlformats.org/officeDocument/2006/relationships" id="257" r:id="R2c59f51dde494986"/>
    <p:sldId xmlns:r="http://schemas.openxmlformats.org/officeDocument/2006/relationships" id="258" r:id="Rb10f9167b8954bfb"/>
    <p:sldId xmlns:r="http://schemas.openxmlformats.org/officeDocument/2006/relationships" id="259" r:id="R9f63033484c24862"/>
    <p:sldId xmlns:r="http://schemas.openxmlformats.org/officeDocument/2006/relationships" id="260" r:id="Re21477cc89d540e5"/>
    <p:sldId xmlns:r="http://schemas.openxmlformats.org/officeDocument/2006/relationships" id="261" r:id="R3357b5988fef4b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9e98e923344b11" /><Relationship Type="http://schemas.openxmlformats.org/officeDocument/2006/relationships/slideMaster" Target="/ppt/slideMasters/slideMaster1.xml" Id="Rad665f84e7c24c31" /><Relationship Type="http://schemas.openxmlformats.org/officeDocument/2006/relationships/notesMaster" Target="/ppt/notesMasters/notesMaster1.xml" Id="Ra208acb78abd4fa3" /><Relationship Type="http://schemas.openxmlformats.org/officeDocument/2006/relationships/presProps" Target="/ppt/presProps.xml" Id="Rf289ad6cc85949d9" /><Relationship Type="http://schemas.openxmlformats.org/officeDocument/2006/relationships/tableStyles" Target="/ppt/tableStyles.xml" Id="R6c348dc2b7494c3d" /><Relationship Type="http://schemas.openxmlformats.org/officeDocument/2006/relationships/slide" Target="/ppt/slides/slide1.xml" Id="R549c063a5f4f4c4b" /><Relationship Type="http://schemas.openxmlformats.org/officeDocument/2006/relationships/slide" Target="/ppt/slides/slide2.xml" Id="R2c59f51dde494986" /><Relationship Type="http://schemas.openxmlformats.org/officeDocument/2006/relationships/slide" Target="/ppt/slides/slide3.xml" Id="Rb10f9167b8954bfb" /><Relationship Type="http://schemas.openxmlformats.org/officeDocument/2006/relationships/slide" Target="/ppt/slides/slide4.xml" Id="R9f63033484c24862" /><Relationship Type="http://schemas.openxmlformats.org/officeDocument/2006/relationships/slide" Target="/ppt/slides/slide5.xml" Id="Re21477cc89d540e5" /><Relationship Type="http://schemas.openxmlformats.org/officeDocument/2006/relationships/slide" Target="/ppt/slides/slide6.xml" Id="R3357b5988fef4b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b61f4cf3af45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6241deaed045e2" /><Relationship Type="http://schemas.openxmlformats.org/officeDocument/2006/relationships/notesMaster" Target="/ppt/notesMasters/notesMaster1.xml" Id="R03e5201bbde346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72caf2d69f4cf0" /><Relationship Type="http://schemas.openxmlformats.org/officeDocument/2006/relationships/notesMaster" Target="/ppt/notesMasters/notesMaster1.xml" Id="Rea997559859145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1508b85a514ab3" /><Relationship Type="http://schemas.openxmlformats.org/officeDocument/2006/relationships/notesMaster" Target="/ppt/notesMasters/notesMaster1.xml" Id="Rb07fe03f31564a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a3a17010324e28" /><Relationship Type="http://schemas.openxmlformats.org/officeDocument/2006/relationships/notesMaster" Target="/ppt/notesMasters/notesMaster1.xml" Id="R3969bc4b0df84a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d15597fffa4fa3" /><Relationship Type="http://schemas.openxmlformats.org/officeDocument/2006/relationships/notesMaster" Target="/ppt/notesMasters/notesMaster1.xml" Id="Re2cb02cb863b4a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b8654734c64ad7" /><Relationship Type="http://schemas.openxmlformats.org/officeDocument/2006/relationships/notesMaster" Target="/ppt/notesMasters/notesMaster1.xml" Id="R60a1d9b15e8b41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9af62d1b9349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103882b1a449e1" /><Relationship Type="http://schemas.openxmlformats.org/officeDocument/2006/relationships/slideLayout" Target="/ppt/slideLayouts/slideLayout1.xml" Id="R72591459133d47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591459133d47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2a4724724c45c9" /><Relationship Type="http://schemas.openxmlformats.org/officeDocument/2006/relationships/image" Target="/ppt/media/image.png" Id="R252e09eb73174a26" /><Relationship Type="http://schemas.openxmlformats.org/officeDocument/2006/relationships/notesSlide" Target="/ppt/notesSlides/notesSlide1.xml" Id="R6d7b8de448d849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3e2c72d37d483d" /><Relationship Type="http://schemas.openxmlformats.org/officeDocument/2006/relationships/notesSlide" Target="/ppt/notesSlides/notesSlide2.xml" Id="R658680e8bfa94a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7b93c6a94f4ea8" /><Relationship Type="http://schemas.openxmlformats.org/officeDocument/2006/relationships/notesSlide" Target="/ppt/notesSlides/notesSlide3.xml" Id="R1f2441aa0ea14d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f873bcb4c14be4" /><Relationship Type="http://schemas.openxmlformats.org/officeDocument/2006/relationships/notesSlide" Target="/ppt/notesSlides/notesSlide4.xml" Id="R981a1217b2c14f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50bcf097714c2b" /><Relationship Type="http://schemas.openxmlformats.org/officeDocument/2006/relationships/notesSlide" Target="/ppt/notesSlides/notesSlide5.xml" Id="R695ddfe304fd4e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837a897fe84d10" /><Relationship Type="http://schemas.openxmlformats.org/officeDocument/2006/relationships/notesSlide" Target="/ppt/notesSlides/notesSlide6.xml" Id="Re4ded69873864444"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52e09eb73174a2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DE80DE-02BE-450C-984D-2B2684C9701C}"/>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Policy Analysis Fundamentals</a:t>
            </a:r>
          </a:p>
        </p:txBody>
      </p:sp>
      <p:sp>
        <p:nvSpPr>
          <p:cNvPr id="3" name="">
            <a:extLst xmlns:a="http://schemas.openxmlformats.org/drawingml/2006/main">
              <a:ext uri="{FF2B5EF4-FFF2-40B4-BE49-F238E27FC236}">
                <a16:creationId xmlns:a16="http://schemas.microsoft.com/office/drawing/2014/main" id="{520937E1-5F20-4707-9256-A683C41B634E}"/>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Social Policy &amp; Advocacy</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837BC997-9790-40EA-A33B-4919962E3ED1}"/>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90037381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C66D061-7864-4C4F-98C0-8EAA68AE8928}"/>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DFAEE1DE-AE13-48C7-93D9-328C5BB50008}"/>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Analyse a policy’s intent, implementation, stakeholders, and effects on communities.</a:t>
            </a:r>
          </a:p>
        </p:txBody>
      </p:sp>
      <p:sp>
        <p:nvSpPr>
          <p:cNvPr id="3" name="">
            <a:extLst xmlns:a="http://schemas.openxmlformats.org/drawingml/2006/main">
              <a:ext uri="{FF2B5EF4-FFF2-40B4-BE49-F238E27FC236}">
                <a16:creationId xmlns:a16="http://schemas.microsoft.com/office/drawing/2014/main" id="{7B50BD15-7E5B-4547-8A21-CBB6D3A51E60}"/>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7B6CA51F-F890-4D05-AF13-A06C9E349E84}"/>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A2C080A8-EF26-40A7-8DF4-CD2B7C367DA7}"/>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F68A8368-DDE0-4622-A87E-AF076AF5CC9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4206704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73F063-05EB-4073-A8B5-3CDD2F8AEEE9}"/>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43316B81-2593-4257-9E28-9398E89AEC63}"/>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Policy basics</a:t>
            </a:r>
          </a:p>
        </p:txBody>
      </p:sp>
      <p:sp>
        <p:nvSpPr>
          <p:cNvPr id="3" name="">
            <a:extLst xmlns:a="http://schemas.openxmlformats.org/drawingml/2006/main">
              <a:ext uri="{FF2B5EF4-FFF2-40B4-BE49-F238E27FC236}">
                <a16:creationId xmlns:a16="http://schemas.microsoft.com/office/drawing/2014/main" id="{4D1C6FD6-6517-44DE-B9AF-0913479DA57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policy cycle, actors, evidence, values, and social-work roles</a:t>
            </a:r>
          </a:p>
        </p:txBody>
      </p:sp>
      <p:sp>
        <p:nvSpPr>
          <p:cNvPr id="4" name="">
            <a:extLst xmlns:a="http://schemas.openxmlformats.org/drawingml/2006/main">
              <a:ext uri="{FF2B5EF4-FFF2-40B4-BE49-F238E27FC236}">
                <a16:creationId xmlns:a16="http://schemas.microsoft.com/office/drawing/2014/main" id="{B26607A1-8B6E-49DF-929E-3FFDB17102DF}"/>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policy cycle, actors, evidence, values, and social-work roles.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A499421-4500-4B4F-BE95-0E10ED9710B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475B81BF-1C53-4484-8372-28DBE13C8CE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DF41367-754A-4751-B3CC-B81BD571E9A5}"/>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5622909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F534CF-7255-4E00-ACF3-D48E754837C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49873473-6051-47A7-B0B5-0085649EF53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Analytical framework</a:t>
            </a:r>
          </a:p>
        </p:txBody>
      </p:sp>
      <p:sp>
        <p:nvSpPr>
          <p:cNvPr id="3" name="">
            <a:extLst xmlns:a="http://schemas.openxmlformats.org/drawingml/2006/main">
              <a:ext uri="{FF2B5EF4-FFF2-40B4-BE49-F238E27FC236}">
                <a16:creationId xmlns:a16="http://schemas.microsoft.com/office/drawing/2014/main" id="{C6A17FCA-1A6C-44F1-90D4-3BD11D414F8B}"/>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problem definition, target population, benefits/burdens, feasibility, and equity</a:t>
            </a:r>
          </a:p>
        </p:txBody>
      </p:sp>
      <p:sp>
        <p:nvSpPr>
          <p:cNvPr id="4" name="">
            <a:extLst xmlns:a="http://schemas.openxmlformats.org/drawingml/2006/main">
              <a:ext uri="{FF2B5EF4-FFF2-40B4-BE49-F238E27FC236}">
                <a16:creationId xmlns:a16="http://schemas.microsoft.com/office/drawing/2014/main" id="{919E2219-7335-405D-BA1D-FBCE05BEAC39}"/>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problem definition, target population, benefits/burdens, feasibility, and equity.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4AF0DCE9-7D84-4A37-91DA-41C5C9EAB1B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8C7BC7C6-5870-411E-BCCA-19D5D5D2CBD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131C573-90FF-4A07-8FF5-D5AC4B4B993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11101648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A4E990-14AA-481A-8A13-CC4AC771B33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EA539E65-1876-4A68-A1C5-C553B138468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Communicating analysis</a:t>
            </a:r>
          </a:p>
        </p:txBody>
      </p:sp>
      <p:sp>
        <p:nvSpPr>
          <p:cNvPr id="3" name="">
            <a:extLst xmlns:a="http://schemas.openxmlformats.org/drawingml/2006/main">
              <a:ext uri="{FF2B5EF4-FFF2-40B4-BE49-F238E27FC236}">
                <a16:creationId xmlns:a16="http://schemas.microsoft.com/office/drawing/2014/main" id="{178E0B20-0C56-4670-B31C-F1DB967E052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policy brief structure, recommendations, evidence use, and ethical advocacy</a:t>
            </a:r>
          </a:p>
        </p:txBody>
      </p:sp>
      <p:sp>
        <p:nvSpPr>
          <p:cNvPr id="4" name="">
            <a:extLst xmlns:a="http://schemas.openxmlformats.org/drawingml/2006/main">
              <a:ext uri="{FF2B5EF4-FFF2-40B4-BE49-F238E27FC236}">
                <a16:creationId xmlns:a16="http://schemas.microsoft.com/office/drawing/2014/main" id="{00ABAA97-B6A0-4C78-B6E7-C3DADCD78F53}"/>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policy brief structure, recommendations, evidence use, and ethical advocacy.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513B4FCD-3A05-4791-845D-BA839CB1F07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D2A9891F-3AC7-49BA-B88C-5E96331B12A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E921ECFF-131F-4004-BC2C-AE2AB0A5CA5A}"/>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03691462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BFCC5C-09DB-4E56-8DFA-DC368CB93E23}"/>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CF55E99F-0B85-4231-998C-04ED87B2F8E0}"/>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4E5E19A9-3435-42CC-B1FE-90329685B30F}"/>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C53E1211-C46B-4FA9-9118-43145CF3DE30}"/>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policy cycle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equity analysis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evidence</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recommendations</a:t>
            </a:r>
          </a:p>
        </p:txBody>
      </p:sp>
      <p:sp>
        <p:nvSpPr>
          <p:cNvPr id="5" name="">
            <a:extLst xmlns:a="http://schemas.openxmlformats.org/drawingml/2006/main">
              <a:ext uri="{FF2B5EF4-FFF2-40B4-BE49-F238E27FC236}">
                <a16:creationId xmlns:a16="http://schemas.microsoft.com/office/drawing/2014/main" id="{81EB921F-E63C-4D14-A0FE-949D0B26F9E2}"/>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CE92C9FF-1A1A-4D37-98B0-A4A9A56D52D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213CBCCE-EBD8-4C1A-BFAA-B0C9746B7C6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20436700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2026-10-03T16:23:30.4440000Z</dcterms:created>
  <dcterms:modified xsi:type="dcterms:W3CDTF">2026-10-03T16:23:30.4440000Z</dcterms:modified>
</coreProperties>
</file>