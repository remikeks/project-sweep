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98c788c7c34105" /><Relationship Type="http://schemas.openxmlformats.org/officeDocument/2006/relationships/extended-properties" Target="/docProps/app.xml" Id="R75050a2422fb4213" /><Relationship Type="http://schemas.openxmlformats.org/officeDocument/2006/relationships/officeDocument" Target="/ppt/presentation.xml" Id="R2d7dcc76cade4964" /></Relationships>
</file>

<file path=ppt/presentation.xml><?xml version="1.0" encoding="utf-8"?>
<p:presentation xmlns:p="http://schemas.openxmlformats.org/presentationml/2006/main">
  <p:sldMasterIdLst>
    <p:sldMasterId xmlns:r="http://schemas.openxmlformats.org/officeDocument/2006/relationships" id="2147483648" r:id="R88c94af7f8434b98"/>
  </p:sldMasterIdLst>
  <p:notesMasterIdLst>
    <p:notesMasterId xmlns:r="http://schemas.openxmlformats.org/officeDocument/2006/relationships" r:id="Rf0f204b0dc584df2"/>
  </p:notesMasterIdLst>
  <p:sldIdLst>
    <p:sldId xmlns:r="http://schemas.openxmlformats.org/officeDocument/2006/relationships" id="256" r:id="Rcb23bb731e2e47f1"/>
    <p:sldId xmlns:r="http://schemas.openxmlformats.org/officeDocument/2006/relationships" id="257" r:id="R687e9d9a27ad49e9"/>
    <p:sldId xmlns:r="http://schemas.openxmlformats.org/officeDocument/2006/relationships" id="258" r:id="R28afbf0ff84a4b84"/>
    <p:sldId xmlns:r="http://schemas.openxmlformats.org/officeDocument/2006/relationships" id="259" r:id="R494ba4b381c148c2"/>
    <p:sldId xmlns:r="http://schemas.openxmlformats.org/officeDocument/2006/relationships" id="260" r:id="R584ac116769042ce"/>
    <p:sldId xmlns:r="http://schemas.openxmlformats.org/officeDocument/2006/relationships" id="261" r:id="R42be1f1e76524d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e71f8f40334dc2" /><Relationship Type="http://schemas.openxmlformats.org/officeDocument/2006/relationships/slideMaster" Target="/ppt/slideMasters/slideMaster1.xml" Id="R88c94af7f8434b98" /><Relationship Type="http://schemas.openxmlformats.org/officeDocument/2006/relationships/notesMaster" Target="/ppt/notesMasters/notesMaster1.xml" Id="Rf0f204b0dc584df2" /><Relationship Type="http://schemas.openxmlformats.org/officeDocument/2006/relationships/presProps" Target="/ppt/presProps.xml" Id="R535cd18946d0428e" /><Relationship Type="http://schemas.openxmlformats.org/officeDocument/2006/relationships/tableStyles" Target="/ppt/tableStyles.xml" Id="Ra8e3b26466384774" /><Relationship Type="http://schemas.openxmlformats.org/officeDocument/2006/relationships/slide" Target="/ppt/slides/slide1.xml" Id="Rcb23bb731e2e47f1" /><Relationship Type="http://schemas.openxmlformats.org/officeDocument/2006/relationships/slide" Target="/ppt/slides/slide2.xml" Id="R687e9d9a27ad49e9" /><Relationship Type="http://schemas.openxmlformats.org/officeDocument/2006/relationships/slide" Target="/ppt/slides/slide3.xml" Id="R28afbf0ff84a4b84" /><Relationship Type="http://schemas.openxmlformats.org/officeDocument/2006/relationships/slide" Target="/ppt/slides/slide4.xml" Id="R494ba4b381c148c2" /><Relationship Type="http://schemas.openxmlformats.org/officeDocument/2006/relationships/slide" Target="/ppt/slides/slide5.xml" Id="R584ac116769042ce" /><Relationship Type="http://schemas.openxmlformats.org/officeDocument/2006/relationships/slide" Target="/ppt/slides/slide6.xml" Id="R42be1f1e76524d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846de60e6745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8016cd4ed24d52" /><Relationship Type="http://schemas.openxmlformats.org/officeDocument/2006/relationships/notesMaster" Target="/ppt/notesMasters/notesMaster1.xml" Id="R815e7e9c0d794d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fd3a7824c14b49" /><Relationship Type="http://schemas.openxmlformats.org/officeDocument/2006/relationships/notesMaster" Target="/ppt/notesMasters/notesMaster1.xml" Id="Rab37f17597b747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01eb60c2ea4c32" /><Relationship Type="http://schemas.openxmlformats.org/officeDocument/2006/relationships/notesMaster" Target="/ppt/notesMasters/notesMaster1.xml" Id="R1753255d776941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9c4e5613824112" /><Relationship Type="http://schemas.openxmlformats.org/officeDocument/2006/relationships/notesMaster" Target="/ppt/notesMasters/notesMaster1.xml" Id="Rbd5a1ef99dfc43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1b2e6f037b4768" /><Relationship Type="http://schemas.openxmlformats.org/officeDocument/2006/relationships/notesMaster" Target="/ppt/notesMasters/notesMaster1.xml" Id="Ra2fa359cf44a4c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6ab51f3bfb469f" /><Relationship Type="http://schemas.openxmlformats.org/officeDocument/2006/relationships/notesMaster" Target="/ppt/notesMasters/notesMaster1.xml" Id="Re37a07fac92c49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f8faf11ca34f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bd9101ffeb415d" /><Relationship Type="http://schemas.openxmlformats.org/officeDocument/2006/relationships/slideLayout" Target="/ppt/slideLayouts/slideLayout1.xml" Id="R76c3733335584e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c3733335584e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03521c500741af" /><Relationship Type="http://schemas.openxmlformats.org/officeDocument/2006/relationships/image" Target="/ppt/media/image.png" Id="R378be29176bb49a9" /><Relationship Type="http://schemas.openxmlformats.org/officeDocument/2006/relationships/notesSlide" Target="/ppt/notesSlides/notesSlide1.xml" Id="R6485d661016046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3f71587ff6448a" /><Relationship Type="http://schemas.openxmlformats.org/officeDocument/2006/relationships/notesSlide" Target="/ppt/notesSlides/notesSlide2.xml" Id="R00520a7c24094f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99efd163e644fb" /><Relationship Type="http://schemas.openxmlformats.org/officeDocument/2006/relationships/notesSlide" Target="/ppt/notesSlides/notesSlide3.xml" Id="R9f17607029f34f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e2055ed2424440" /><Relationship Type="http://schemas.openxmlformats.org/officeDocument/2006/relationships/notesSlide" Target="/ppt/notesSlides/notesSlide4.xml" Id="R29a23df157144d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4c8d3e2a734a7b" /><Relationship Type="http://schemas.openxmlformats.org/officeDocument/2006/relationships/notesSlide" Target="/ppt/notesSlides/notesSlide5.xml" Id="R4d39a55ac9c448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60ce1ecd154a9f" /><Relationship Type="http://schemas.openxmlformats.org/officeDocument/2006/relationships/notesSlide" Target="/ppt/notesSlides/notesSlide6.xml" Id="R5554a176fd9546b4"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78be29176bb49a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FF2429-5781-4F80-A252-DF5D9A3EE34B}"/>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Legislative Advocacy &amp; Coalition Building</a:t>
            </a:r>
          </a:p>
        </p:txBody>
      </p:sp>
      <p:sp>
        <p:nvSpPr>
          <p:cNvPr id="3" name="">
            <a:extLst xmlns:a="http://schemas.openxmlformats.org/drawingml/2006/main">
              <a:ext uri="{FF2B5EF4-FFF2-40B4-BE49-F238E27FC236}">
                <a16:creationId xmlns:a16="http://schemas.microsoft.com/office/drawing/2014/main" id="{74A58028-B55C-4B3E-B8BA-699DD2052CE8}"/>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Social Policy &amp; Advocacy</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CB899F74-C083-4C58-A72F-161F9EE3FB55}"/>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742520016"/>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24BFF2-A7D7-46A1-97FB-630837DDD6E5}"/>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71DEA42A-E8DF-40C8-91F7-3504F59342B1}"/>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Plan ethical, evidence-informed advocacy to influence legislation and public decisions.</a:t>
            </a:r>
          </a:p>
        </p:txBody>
      </p:sp>
      <p:sp>
        <p:nvSpPr>
          <p:cNvPr id="3" name="">
            <a:extLst xmlns:a="http://schemas.openxmlformats.org/drawingml/2006/main">
              <a:ext uri="{FF2B5EF4-FFF2-40B4-BE49-F238E27FC236}">
                <a16:creationId xmlns:a16="http://schemas.microsoft.com/office/drawing/2014/main" id="{C48A329D-7BDF-4E79-AAE0-FD084F295AAA}"/>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FB64CFAF-8C12-4305-9DF4-CC02B14E54C7}"/>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4F114C4B-2A55-4CD2-8AEE-F3D7BB0C658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B59A5258-6E28-4804-984E-073B87F67EF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6316049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073F4F-6AC1-4E1E-8288-C0A70D1E9A9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9A14B1E4-FD0E-449D-98BC-AE78BC3957F4}"/>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Legislative landscape</a:t>
            </a:r>
          </a:p>
        </p:txBody>
      </p:sp>
      <p:sp>
        <p:nvSpPr>
          <p:cNvPr id="3" name="">
            <a:extLst xmlns:a="http://schemas.openxmlformats.org/drawingml/2006/main">
              <a:ext uri="{FF2B5EF4-FFF2-40B4-BE49-F238E27FC236}">
                <a16:creationId xmlns:a16="http://schemas.microsoft.com/office/drawing/2014/main" id="{A128784E-92C9-4206-BB93-1CBEDC5C49D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how bills move, decision makers, committees, timing, and jurisdiction</a:t>
            </a:r>
          </a:p>
        </p:txBody>
      </p:sp>
      <p:sp>
        <p:nvSpPr>
          <p:cNvPr id="4" name="">
            <a:extLst xmlns:a="http://schemas.openxmlformats.org/drawingml/2006/main">
              <a:ext uri="{FF2B5EF4-FFF2-40B4-BE49-F238E27FC236}">
                <a16:creationId xmlns:a16="http://schemas.microsoft.com/office/drawing/2014/main" id="{3351F326-4C29-45F1-B719-221EB40E3E6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how bills move, decision makers, committees, timing, and jurisdiction.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118FEE5F-E155-44BA-92DA-15B8976BD4FE}"/>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0200EB2-E879-4A19-8FD4-E62E13F488A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7AC43032-0B9A-4A84-B13B-1404B292EFD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8978405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DC64B4-B932-4B30-86A6-3DACA6501F4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66FF3212-6C15-4C3E-85E8-D4BF185E3B6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Advocacy strategy</a:t>
            </a:r>
          </a:p>
        </p:txBody>
      </p:sp>
      <p:sp>
        <p:nvSpPr>
          <p:cNvPr id="3" name="">
            <a:extLst xmlns:a="http://schemas.openxmlformats.org/drawingml/2006/main">
              <a:ext uri="{FF2B5EF4-FFF2-40B4-BE49-F238E27FC236}">
                <a16:creationId xmlns:a16="http://schemas.microsoft.com/office/drawing/2014/main" id="{B03D0F73-798B-439A-BB04-39ED20A418AF}"/>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power mapping, coalition roles, messages, meetings, public engagement, and ethics</a:t>
            </a:r>
          </a:p>
        </p:txBody>
      </p:sp>
      <p:sp>
        <p:nvSpPr>
          <p:cNvPr id="4" name="">
            <a:extLst xmlns:a="http://schemas.openxmlformats.org/drawingml/2006/main">
              <a:ext uri="{FF2B5EF4-FFF2-40B4-BE49-F238E27FC236}">
                <a16:creationId xmlns:a16="http://schemas.microsoft.com/office/drawing/2014/main" id="{D737ED31-DBCB-45F9-8946-1EAE2C9B231A}"/>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power mapping, coalition roles, messages, meetings, public engagement, and ethics.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9447012-8522-4D41-B82A-15802205CB1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B8ADEA6C-00DB-4285-88F9-1D4F9AC23C8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D539365C-B898-4CE8-ABF4-7F7EAD78EB0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21056762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E860BA-7D0A-40E3-9167-D5F9E3639966}"/>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D6B78938-81C2-486E-98A1-798C30ABE6C8}"/>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Campaign delivery</a:t>
            </a:r>
          </a:p>
        </p:txBody>
      </p:sp>
      <p:sp>
        <p:nvSpPr>
          <p:cNvPr id="3" name="">
            <a:extLst xmlns:a="http://schemas.openxmlformats.org/drawingml/2006/main">
              <a:ext uri="{FF2B5EF4-FFF2-40B4-BE49-F238E27FC236}">
                <a16:creationId xmlns:a16="http://schemas.microsoft.com/office/drawing/2014/main" id="{16A3AEF2-6E2D-4291-9D77-C09C35BAF08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briefing decision makers, mobilising constituents, monitoring outcomes, and adaptation</a:t>
            </a:r>
          </a:p>
        </p:txBody>
      </p:sp>
      <p:sp>
        <p:nvSpPr>
          <p:cNvPr id="4" name="">
            <a:extLst xmlns:a="http://schemas.openxmlformats.org/drawingml/2006/main">
              <a:ext uri="{FF2B5EF4-FFF2-40B4-BE49-F238E27FC236}">
                <a16:creationId xmlns:a16="http://schemas.microsoft.com/office/drawing/2014/main" id="{169F2C23-014F-4D73-85DE-355C4D7B3F1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briefing decision makers, mobilising constituents, monitoring outcomes, and adaptation.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7003D33-A1F2-41EE-A5E2-614E31D0F99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BC82510-5023-4726-9A8A-43E8B5615C7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75B05B12-E633-4D3F-8378-75C16184FB1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2083791975"/>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23A26C-7FD0-4703-995B-6F95295ED02C}"/>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60287BE6-ED85-476B-A034-F55E1788B0DD}"/>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35E6F29A-4143-4622-8388-669CFD5B7AC9}"/>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5A3BC6D9-AC58-474B-84D7-051074DFEBA8}"/>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legislative process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strategy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coalition practice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ethical lobbying</a:t>
            </a:r>
          </a:p>
        </p:txBody>
      </p:sp>
      <p:sp>
        <p:nvSpPr>
          <p:cNvPr id="5" name="">
            <a:extLst xmlns:a="http://schemas.openxmlformats.org/drawingml/2006/main">
              <a:ext uri="{FF2B5EF4-FFF2-40B4-BE49-F238E27FC236}">
                <a16:creationId xmlns:a16="http://schemas.microsoft.com/office/drawing/2014/main" id="{89208202-B993-48CC-9030-7F2381D7CB91}"/>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539560FA-20FB-440D-81CE-C1FCDBA3DD1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A1A3BD3-6AE2-4571-9D7D-8AFD38790F20}"/>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590657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2026-10-03T16:23:36.7300000Z</dcterms:created>
  <dcterms:modified xsi:type="dcterms:W3CDTF">2026-10-03T16:23:36.7300000Z</dcterms:modified>
</coreProperties>
</file>