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cb9617375144b2" /><Relationship Type="http://schemas.openxmlformats.org/officeDocument/2006/relationships/extended-properties" Target="/docProps/app.xml" Id="R22766cac32474ff7" /><Relationship Type="http://schemas.openxmlformats.org/officeDocument/2006/relationships/officeDocument" Target="/ppt/presentation.xml" Id="Ra92e938385ee4859" /></Relationships>
</file>

<file path=ppt/presentation.xml><?xml version="1.0" encoding="utf-8"?>
<p:presentation xmlns:p="http://schemas.openxmlformats.org/presentationml/2006/main">
  <p:sldMasterIdLst>
    <p:sldMasterId xmlns:r="http://schemas.openxmlformats.org/officeDocument/2006/relationships" id="2147483648" r:id="Rcca1dd25209d44c2"/>
  </p:sldMasterIdLst>
  <p:notesMasterIdLst>
    <p:notesMasterId xmlns:r="http://schemas.openxmlformats.org/officeDocument/2006/relationships" r:id="R3e70a841ca834ffe"/>
  </p:notesMasterIdLst>
  <p:sldIdLst>
    <p:sldId xmlns:r="http://schemas.openxmlformats.org/officeDocument/2006/relationships" id="256" r:id="Rfa6ee8ac2ab24f13"/>
    <p:sldId xmlns:r="http://schemas.openxmlformats.org/officeDocument/2006/relationships" id="257" r:id="R1374539270b04c12"/>
    <p:sldId xmlns:r="http://schemas.openxmlformats.org/officeDocument/2006/relationships" id="258" r:id="Rbfa3068f4ce94e95"/>
    <p:sldId xmlns:r="http://schemas.openxmlformats.org/officeDocument/2006/relationships" id="259" r:id="R03b123a7ddc749cf"/>
    <p:sldId xmlns:r="http://schemas.openxmlformats.org/officeDocument/2006/relationships" id="260" r:id="Rff3537f88c5643c4"/>
    <p:sldId xmlns:r="http://schemas.openxmlformats.org/officeDocument/2006/relationships" id="261" r:id="R447005bde0f147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9a07e5645d4adb" /><Relationship Type="http://schemas.openxmlformats.org/officeDocument/2006/relationships/slideMaster" Target="/ppt/slideMasters/slideMaster1.xml" Id="Rcca1dd25209d44c2" /><Relationship Type="http://schemas.openxmlformats.org/officeDocument/2006/relationships/notesMaster" Target="/ppt/notesMasters/notesMaster1.xml" Id="R3e70a841ca834ffe" /><Relationship Type="http://schemas.openxmlformats.org/officeDocument/2006/relationships/presProps" Target="/ppt/presProps.xml" Id="R7e71f768318a4364" /><Relationship Type="http://schemas.openxmlformats.org/officeDocument/2006/relationships/tableStyles" Target="/ppt/tableStyles.xml" Id="R22f50c458f50419e" /><Relationship Type="http://schemas.openxmlformats.org/officeDocument/2006/relationships/slide" Target="/ppt/slides/slide1.xml" Id="Rfa6ee8ac2ab24f13" /><Relationship Type="http://schemas.openxmlformats.org/officeDocument/2006/relationships/slide" Target="/ppt/slides/slide2.xml" Id="R1374539270b04c12" /><Relationship Type="http://schemas.openxmlformats.org/officeDocument/2006/relationships/slide" Target="/ppt/slides/slide3.xml" Id="Rbfa3068f4ce94e95" /><Relationship Type="http://schemas.openxmlformats.org/officeDocument/2006/relationships/slide" Target="/ppt/slides/slide4.xml" Id="R03b123a7ddc749cf" /><Relationship Type="http://schemas.openxmlformats.org/officeDocument/2006/relationships/slide" Target="/ppt/slides/slide5.xml" Id="Rff3537f88c5643c4" /><Relationship Type="http://schemas.openxmlformats.org/officeDocument/2006/relationships/slide" Target="/ppt/slides/slide6.xml" Id="R447005bde0f147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7519c0ffcf40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630961b95c4116" /><Relationship Type="http://schemas.openxmlformats.org/officeDocument/2006/relationships/notesMaster" Target="/ppt/notesMasters/notesMaster1.xml" Id="R3d2fab0c5fef4c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58c581c2f741d7" /><Relationship Type="http://schemas.openxmlformats.org/officeDocument/2006/relationships/notesMaster" Target="/ppt/notesMasters/notesMaster1.xml" Id="R33f5060e1e9b48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40726087a34577" /><Relationship Type="http://schemas.openxmlformats.org/officeDocument/2006/relationships/notesMaster" Target="/ppt/notesMasters/notesMaster1.xml" Id="R2fd36806d0d142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33eb4eda23443a" /><Relationship Type="http://schemas.openxmlformats.org/officeDocument/2006/relationships/notesMaster" Target="/ppt/notesMasters/notesMaster1.xml" Id="R867ef051f63e4e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ba109b7abb4e93" /><Relationship Type="http://schemas.openxmlformats.org/officeDocument/2006/relationships/notesMaster" Target="/ppt/notesMasters/notesMaster1.xml" Id="R11bc6e877b8f41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8b8bd20aa84a11" /><Relationship Type="http://schemas.openxmlformats.org/officeDocument/2006/relationships/notesMaster" Target="/ppt/notesMasters/notesMaster1.xml" Id="R1075ce213e1e46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309d06019e49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c7f821f37a4cbd" /><Relationship Type="http://schemas.openxmlformats.org/officeDocument/2006/relationships/slideLayout" Target="/ppt/slideLayouts/slideLayout1.xml" Id="Rfbdfbcf12b5b4c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dfbcf12b5b4c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9bb9c40bae44f1" /><Relationship Type="http://schemas.openxmlformats.org/officeDocument/2006/relationships/image" Target="/ppt/media/image.png" Id="R31e95d04956e4d81" /><Relationship Type="http://schemas.openxmlformats.org/officeDocument/2006/relationships/notesSlide" Target="/ppt/notesSlides/notesSlide1.xml" Id="R7415f6e24c9444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331eea6fbb48ea" /><Relationship Type="http://schemas.openxmlformats.org/officeDocument/2006/relationships/notesSlide" Target="/ppt/notesSlides/notesSlide2.xml" Id="Rae9c889ab21049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1a443a378942e5" /><Relationship Type="http://schemas.openxmlformats.org/officeDocument/2006/relationships/notesSlide" Target="/ppt/notesSlides/notesSlide3.xml" Id="R9b0e8f1903934a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a8e37f92d14927" /><Relationship Type="http://schemas.openxmlformats.org/officeDocument/2006/relationships/notesSlide" Target="/ppt/notesSlides/notesSlide4.xml" Id="R42ed9f0622a8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6a62a956904ae7" /><Relationship Type="http://schemas.openxmlformats.org/officeDocument/2006/relationships/notesSlide" Target="/ppt/notesSlides/notesSlide5.xml" Id="Rfea40b7fb01b44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e078dd2cef4deb" /><Relationship Type="http://schemas.openxmlformats.org/officeDocument/2006/relationships/notesSlide" Target="/ppt/notesSlides/notesSlide6.xml" Id="R3343002484144f92"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1e95d04956e4d8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A3A6A8-C7AB-49AB-88C4-76835BEBA1C8}"/>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Using Data to Drive Policy Change</a:t>
            </a:r>
          </a:p>
        </p:txBody>
      </p:sp>
      <p:sp>
        <p:nvSpPr>
          <p:cNvPr id="3" name="">
            <a:extLst xmlns:a="http://schemas.openxmlformats.org/drawingml/2006/main">
              <a:ext uri="{FF2B5EF4-FFF2-40B4-BE49-F238E27FC236}">
                <a16:creationId xmlns:a16="http://schemas.microsoft.com/office/drawing/2014/main" id="{50813947-979B-4ADB-B37D-21AD11ADF5E1}"/>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Social Policy &amp; Advocacy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3070B594-AF31-48E1-8726-DE5B90F6490D}"/>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20234695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DD8170-D3FB-4A55-AF6A-C8F0B7FDD240}"/>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B96871A7-2753-49A6-A884-8959C75935D2}"/>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Turn responsible practice and community data into persuasive policy evidence.</a:t>
            </a:r>
          </a:p>
        </p:txBody>
      </p:sp>
      <p:sp>
        <p:nvSpPr>
          <p:cNvPr id="3" name="">
            <a:extLst xmlns:a="http://schemas.openxmlformats.org/drawingml/2006/main">
              <a:ext uri="{FF2B5EF4-FFF2-40B4-BE49-F238E27FC236}">
                <a16:creationId xmlns:a16="http://schemas.microsoft.com/office/drawing/2014/main" id="{7C9311AC-C76D-45D0-BE19-E965DCB5604C}"/>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BFE25846-7F2C-4BF5-B982-C6B6CF7F4C8D}"/>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432FFC1-AE43-48EA-AFC8-DCFAACE58F5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12980522-0F7E-4D12-9661-3B0266C50A2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075431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1AE131-70AB-4C11-92FC-F1F8742BACDD}"/>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8E815013-8A20-4DE4-A55E-F9CFB9B8C0E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Data foundations</a:t>
            </a:r>
          </a:p>
        </p:txBody>
      </p:sp>
      <p:sp>
        <p:nvSpPr>
          <p:cNvPr id="3" name="">
            <a:extLst xmlns:a="http://schemas.openxmlformats.org/drawingml/2006/main">
              <a:ext uri="{FF2B5EF4-FFF2-40B4-BE49-F238E27FC236}">
                <a16:creationId xmlns:a16="http://schemas.microsoft.com/office/drawing/2014/main" id="{BA2EE787-4A60-4B0B-9F78-B0D782CCA9BE}"/>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quantitative/qualitative data, data quality, consent, privacy, and disaggregation</a:t>
            </a:r>
          </a:p>
        </p:txBody>
      </p:sp>
      <p:sp>
        <p:nvSpPr>
          <p:cNvPr id="4" name="">
            <a:extLst xmlns:a="http://schemas.openxmlformats.org/drawingml/2006/main">
              <a:ext uri="{FF2B5EF4-FFF2-40B4-BE49-F238E27FC236}">
                <a16:creationId xmlns:a16="http://schemas.microsoft.com/office/drawing/2014/main" id="{39D07B0B-20F8-4523-AB9E-0392FC6573D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quantitative/qualitative data, data quality, consent, privacy, and disaggregation.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D796998-12EE-490D-AA53-88B6FDEB8BA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371A017-0751-422E-86FD-CE390DCF857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E6BB35C-F811-4849-9C7F-2A53E279887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5692046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DE889E-6B98-46C9-94AB-F035A25A26B2}"/>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C65A3D1B-4E96-435B-A25C-03C9139A8CE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Finding the story</a:t>
            </a:r>
          </a:p>
        </p:txBody>
      </p:sp>
      <p:sp>
        <p:nvSpPr>
          <p:cNvPr id="3" name="">
            <a:extLst xmlns:a="http://schemas.openxmlformats.org/drawingml/2006/main">
              <a:ext uri="{FF2B5EF4-FFF2-40B4-BE49-F238E27FC236}">
                <a16:creationId xmlns:a16="http://schemas.microsoft.com/office/drawing/2014/main" id="{3042F3BC-16E7-49D4-B794-46CCC7289DB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trend interpretation, inequity, visualisation, lived experience, and limits of inference</a:t>
            </a:r>
          </a:p>
        </p:txBody>
      </p:sp>
      <p:sp>
        <p:nvSpPr>
          <p:cNvPr id="4" name="">
            <a:extLst xmlns:a="http://schemas.openxmlformats.org/drawingml/2006/main">
              <a:ext uri="{FF2B5EF4-FFF2-40B4-BE49-F238E27FC236}">
                <a16:creationId xmlns:a16="http://schemas.microsoft.com/office/drawing/2014/main" id="{C76F3E08-47AF-43B7-A6D4-91A26C041E31}"/>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trend interpretation, inequity, visualisation, lived experience, and limits of inference.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E16821D-84BF-41FB-AF60-73426C09458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E653D64-2163-4802-B7F8-4929563DC05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40678C1-4032-45C8-9396-F8E0CA9BB6A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7623938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5F4457-0F2F-44E8-A12D-AB17B5C1233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34F1CC00-D363-4539-BD98-B6FE0F1859F1}"/>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Policy communication</a:t>
            </a:r>
          </a:p>
        </p:txBody>
      </p:sp>
      <p:sp>
        <p:nvSpPr>
          <p:cNvPr id="3" name="">
            <a:extLst xmlns:a="http://schemas.openxmlformats.org/drawingml/2006/main">
              <a:ext uri="{FF2B5EF4-FFF2-40B4-BE49-F238E27FC236}">
                <a16:creationId xmlns:a16="http://schemas.microsoft.com/office/drawing/2014/main" id="{BB31F286-E375-4207-A6E8-A6E423B3B0D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evidence brief, charts, recommendations, stakeholder presentation, and evaluation</a:t>
            </a:r>
          </a:p>
        </p:txBody>
      </p:sp>
      <p:sp>
        <p:nvSpPr>
          <p:cNvPr id="4" name="">
            <a:extLst xmlns:a="http://schemas.openxmlformats.org/drawingml/2006/main">
              <a:ext uri="{FF2B5EF4-FFF2-40B4-BE49-F238E27FC236}">
                <a16:creationId xmlns:a16="http://schemas.microsoft.com/office/drawing/2014/main" id="{9DF26212-49C1-4A70-B05E-2C12573096B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evidence brief, charts, recommendations, stakeholder presentation, and evaluation.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C0473CC-D371-4034-87BF-426BA66D0FD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34790F7-1397-4409-8B25-30D2D6F78E3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84107EA-71C9-48E3-BB90-94DCC4D93F3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576249689"/>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4BA653-B59B-414A-83D4-18924F77F25E}"/>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FA71EE46-22AB-4DF5-88B0-E8948CC412C0}"/>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C280A4C1-3CB8-466B-A7F7-94E8C05C2D09}"/>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EBBA72BE-05E0-49A0-9031-AC164AC15BB6}"/>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data ethics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interpretation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equity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evidence communication</a:t>
            </a:r>
          </a:p>
        </p:txBody>
      </p:sp>
      <p:sp>
        <p:nvSpPr>
          <p:cNvPr id="5" name="">
            <a:extLst xmlns:a="http://schemas.openxmlformats.org/drawingml/2006/main">
              <a:ext uri="{FF2B5EF4-FFF2-40B4-BE49-F238E27FC236}">
                <a16:creationId xmlns:a16="http://schemas.microsoft.com/office/drawing/2014/main" id="{6E9B741A-1232-41D4-86A3-0372C95F53E6}"/>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A9F5D909-A2B0-4655-9AB4-BB889A50B34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CFE2A8F-02D1-466E-A383-FFE470354DE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288471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2026-10-03T16:23:44.7520000Z</dcterms:created>
  <dcterms:modified xsi:type="dcterms:W3CDTF">2026-10-03T16:23:44.7520000Z</dcterms:modified>
</coreProperties>
</file>